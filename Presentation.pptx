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notesMasterIdLst>
    <p:notesMasterId r:id="rId18"/>
  </p:notesMasterIdLst>
  <p:sldIdLst>
    <p:sldId id="256" r:id="rId2"/>
    <p:sldId id="257" r:id="rId3"/>
    <p:sldId id="271" r:id="rId4"/>
    <p:sldId id="272" r:id="rId5"/>
    <p:sldId id="273" r:id="rId6"/>
    <p:sldId id="260" r:id="rId7"/>
    <p:sldId id="274" r:id="rId8"/>
    <p:sldId id="262" r:id="rId9"/>
    <p:sldId id="275" r:id="rId10"/>
    <p:sldId id="265" r:id="rId11"/>
    <p:sldId id="266" r:id="rId12"/>
    <p:sldId id="276" r:id="rId13"/>
    <p:sldId id="267" r:id="rId14"/>
    <p:sldId id="277" r:id="rId15"/>
    <p:sldId id="27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3D79E98-A313-43B5-A94D-569034D2ED48}">
          <p14:sldIdLst>
            <p14:sldId id="256"/>
            <p14:sldId id="257"/>
            <p14:sldId id="271"/>
            <p14:sldId id="272"/>
            <p14:sldId id="273"/>
            <p14:sldId id="260"/>
            <p14:sldId id="274"/>
            <p14:sldId id="262"/>
            <p14:sldId id="275"/>
            <p14:sldId id="265"/>
            <p14:sldId id="266"/>
            <p14:sldId id="276"/>
            <p14:sldId id="267"/>
            <p14:sldId id="277"/>
            <p14:sldId id="278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60B6D-CF21-0D57-954B-5CDC285CEE73}" v="60" dt="2026-04-30T20:18:40.296"/>
    <p1510:client id="{7074748E-96F3-AAE0-801F-B3779ADC7E0B}" v="18" dt="2026-04-30T16:22:30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, Mahi" userId="9e090592-0176-4fa1-babd-33ca2ddb72f9" providerId="ADAL" clId="{175FE9C2-17E3-47C7-B1FA-65265963A951}"/>
    <pc:docChg chg="undo custSel addSld delSld modSld sldOrd modMainMaster addSection delSection modSection">
      <pc:chgData name="Patel, Mahi" userId="9e090592-0176-4fa1-babd-33ca2ddb72f9" providerId="ADAL" clId="{175FE9C2-17E3-47C7-B1FA-65265963A951}" dt="2026-05-01T14:34:55.192" v="12199"/>
      <pc:docMkLst>
        <pc:docMk/>
      </pc:docMkLst>
      <pc:sldChg chg="addSp delSp modSp mod modTransition setBg addAnim delAnim setClrOvrMap delDesignElem">
        <pc:chgData name="Patel, Mahi" userId="9e090592-0176-4fa1-babd-33ca2ddb72f9" providerId="ADAL" clId="{175FE9C2-17E3-47C7-B1FA-65265963A951}" dt="2026-04-29T16:41:29.740" v="7079"/>
        <pc:sldMkLst>
          <pc:docMk/>
          <pc:sldMk cId="1644989140" sldId="256"/>
        </pc:sldMkLst>
        <pc:spChg chg="mod">
          <ac:chgData name="Patel, Mahi" userId="9e090592-0176-4fa1-babd-33ca2ddb72f9" providerId="ADAL" clId="{175FE9C2-17E3-47C7-B1FA-65265963A951}" dt="2026-04-29T16:31:09.487" v="7061" actId="26606"/>
          <ac:spMkLst>
            <pc:docMk/>
            <pc:sldMk cId="1644989140" sldId="256"/>
            <ac:spMk id="2" creationId="{9FCB1730-49C6-E62B-C642-2C0C688314E8}"/>
          </ac:spMkLst>
        </pc:spChg>
        <pc:spChg chg="mod">
          <ac:chgData name="Patel, Mahi" userId="9e090592-0176-4fa1-babd-33ca2ddb72f9" providerId="ADAL" clId="{175FE9C2-17E3-47C7-B1FA-65265963A951}" dt="2026-04-29T16:31:09.487" v="7061" actId="26606"/>
          <ac:spMkLst>
            <pc:docMk/>
            <pc:sldMk cId="1644989140" sldId="256"/>
            <ac:spMk id="3" creationId="{8AFA6B78-37A8-AEE0-83AB-EBCF34205D70}"/>
          </ac:spMkLst>
        </pc:spChg>
        <pc:spChg chg="add">
          <ac:chgData name="Patel, Mahi" userId="9e090592-0176-4fa1-babd-33ca2ddb72f9" providerId="ADAL" clId="{175FE9C2-17E3-47C7-B1FA-65265963A951}" dt="2026-04-29T16:31:09.487" v="7061" actId="26606"/>
          <ac:spMkLst>
            <pc:docMk/>
            <pc:sldMk cId="1644989140" sldId="256"/>
            <ac:spMk id="3100" creationId="{5C300011-FC29-4481-853E-5E2537982118}"/>
          </ac:spMkLst>
        </pc:spChg>
        <pc:spChg chg="add">
          <ac:chgData name="Patel, Mahi" userId="9e090592-0176-4fa1-babd-33ca2ddb72f9" providerId="ADAL" clId="{175FE9C2-17E3-47C7-B1FA-65265963A951}" dt="2026-04-29T16:31:09.487" v="7061" actId="26606"/>
          <ac:spMkLst>
            <pc:docMk/>
            <pc:sldMk cId="1644989140" sldId="256"/>
            <ac:spMk id="3103" creationId="{2B088ECE-ADBE-44B1-84A8-2D8A8D1359A9}"/>
          </ac:spMkLst>
        </pc:spChg>
        <pc:grpChg chg="add">
          <ac:chgData name="Patel, Mahi" userId="9e090592-0176-4fa1-babd-33ca2ddb72f9" providerId="ADAL" clId="{175FE9C2-17E3-47C7-B1FA-65265963A951}" dt="2026-04-29T16:31:09.487" v="7061" actId="26606"/>
          <ac:grpSpMkLst>
            <pc:docMk/>
            <pc:sldMk cId="1644989140" sldId="256"/>
            <ac:grpSpMk id="3101" creationId="{DB34F5CF-EEE1-407F-9F91-DAF38BFCF8F6}"/>
          </ac:grpSpMkLst>
        </pc:grpChg>
        <pc:picChg chg="add mod ord">
          <ac:chgData name="Patel, Mahi" userId="9e090592-0176-4fa1-babd-33ca2ddb72f9" providerId="ADAL" clId="{175FE9C2-17E3-47C7-B1FA-65265963A951}" dt="2026-04-29T16:24:21.262" v="6984" actId="26606"/>
          <ac:picMkLst>
            <pc:docMk/>
            <pc:sldMk cId="1644989140" sldId="256"/>
            <ac:picMk id="3074" creationId="{9E7E6F33-0023-239C-3BF8-015286EE9677}"/>
          </ac:picMkLst>
        </pc:picChg>
      </pc:sldChg>
      <pc:sldChg chg="addSp delSp modSp new mod modTransition setBg setClrOvrMap delDesignElem">
        <pc:chgData name="Patel, Mahi" userId="9e090592-0176-4fa1-babd-33ca2ddb72f9" providerId="ADAL" clId="{175FE9C2-17E3-47C7-B1FA-65265963A951}" dt="2026-04-29T16:41:29.740" v="7079"/>
        <pc:sldMkLst>
          <pc:docMk/>
          <pc:sldMk cId="1189950467" sldId="257"/>
        </pc:sldMkLst>
        <pc:spChg chg="mod">
          <ac:chgData name="Patel, Mahi" userId="9e090592-0176-4fa1-babd-33ca2ddb72f9" providerId="ADAL" clId="{175FE9C2-17E3-47C7-B1FA-65265963A951}" dt="2026-04-29T16:31:29.692" v="7067" actId="26606"/>
          <ac:spMkLst>
            <pc:docMk/>
            <pc:sldMk cId="1189950467" sldId="257"/>
            <ac:spMk id="2" creationId="{8AF95A9B-24CD-8E0C-8D85-7F63C667FB3D}"/>
          </ac:spMkLst>
        </pc:spChg>
        <pc:spChg chg="mod">
          <ac:chgData name="Patel, Mahi" userId="9e090592-0176-4fa1-babd-33ca2ddb72f9" providerId="ADAL" clId="{175FE9C2-17E3-47C7-B1FA-65265963A951}" dt="2026-04-29T16:31:29.692" v="7067" actId="26606"/>
          <ac:spMkLst>
            <pc:docMk/>
            <pc:sldMk cId="1189950467" sldId="257"/>
            <ac:spMk id="3" creationId="{1D4B5C96-CB20-47AE-3DE4-2828759E95FB}"/>
          </ac:spMkLst>
        </pc:spChg>
        <pc:spChg chg="add">
          <ac:chgData name="Patel, Mahi" userId="9e090592-0176-4fa1-babd-33ca2ddb72f9" providerId="ADAL" clId="{175FE9C2-17E3-47C7-B1FA-65265963A951}" dt="2026-04-29T16:31:29.699" v="7068" actId="26606"/>
          <ac:spMkLst>
            <pc:docMk/>
            <pc:sldMk cId="1189950467" sldId="257"/>
            <ac:spMk id="2082" creationId="{EE15E636-2C9E-42CB-B482-436AA81BF93B}"/>
          </ac:spMkLst>
        </pc:spChg>
        <pc:grpChg chg="add">
          <ac:chgData name="Patel, Mahi" userId="9e090592-0176-4fa1-babd-33ca2ddb72f9" providerId="ADAL" clId="{175FE9C2-17E3-47C7-B1FA-65265963A951}" dt="2026-04-29T16:31:29.699" v="7068" actId="26606"/>
          <ac:grpSpMkLst>
            <pc:docMk/>
            <pc:sldMk cId="1189950467" sldId="257"/>
            <ac:grpSpMk id="2083" creationId="{01D4AEDF-0CF9-4271-ABB7-3D3489BB42D0}"/>
          </ac:grpSpMkLst>
        </pc:grpChg>
        <pc:picChg chg="add mod ord">
          <ac:chgData name="Patel, Mahi" userId="9e090592-0176-4fa1-babd-33ca2ddb72f9" providerId="ADAL" clId="{175FE9C2-17E3-47C7-B1FA-65265963A951}" dt="2026-04-29T16:31:26.329" v="7065" actId="26606"/>
          <ac:picMkLst>
            <pc:docMk/>
            <pc:sldMk cId="1189950467" sldId="257"/>
            <ac:picMk id="2052" creationId="{E00FCC7E-D205-B9EA-0421-289BE40F1DFF}"/>
          </ac:picMkLst>
        </pc:picChg>
      </pc:sldChg>
      <pc:sldChg chg="addSp delSp modSp new mod modTransition setBg modClrScheme setClrOvrMap delDesignElem chgLayout">
        <pc:chgData name="Patel, Mahi" userId="9e090592-0176-4fa1-babd-33ca2ddb72f9" providerId="ADAL" clId="{175FE9C2-17E3-47C7-B1FA-65265963A951}" dt="2026-04-29T16:42:20.780" v="7081" actId="26606"/>
        <pc:sldMkLst>
          <pc:docMk/>
          <pc:sldMk cId="3797426104" sldId="260"/>
        </pc:sldMkLst>
        <pc:spChg chg="mod or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2" creationId="{7CCC28E6-6556-7B50-678A-48BE11AA11AD}"/>
          </ac:spMkLst>
        </pc:spChg>
        <pc:spChg chg="mod or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3" creationId="{D9BFA52F-4BD3-3FF2-C498-C6BBEB63FF15}"/>
          </ac:spMkLst>
        </pc:spChg>
        <pc:spChg chg="ad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13" creationId="{7A1EB241-0852-428A-8A50-67737CA93843}"/>
          </ac:spMkLst>
        </pc:spChg>
        <pc:spChg chg="ad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14" creationId="{7A23EDC2-E1E5-4C5D-9C74-714516AF52DC}"/>
          </ac:spMkLst>
        </pc:spChg>
        <pc:spChg chg="ad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15" creationId="{B2781548-0E4F-4401-A909-82EDF50DBED7}"/>
          </ac:spMkLst>
        </pc:spChg>
        <pc:spChg chg="ad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17" creationId="{33030110-5A0B-4476-9070-A890E1987977}"/>
          </ac:spMkLst>
        </pc:spChg>
        <pc:spChg chg="ad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19" creationId="{8A62BB49-05AD-4D45-B17B-258C19ADB610}"/>
          </ac:spMkLst>
        </pc:spChg>
        <pc:spChg chg="ad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21" creationId="{E44D4667-74B9-431D-AEC9-73B81BE1C818}"/>
          </ac:spMkLst>
        </pc:spChg>
        <pc:spChg chg="ad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23" creationId="{44F447FB-106D-4BB6-B82F-880DB487A0B0}"/>
          </ac:spMkLst>
        </pc:spChg>
        <pc:spChg chg="add">
          <ac:chgData name="Patel, Mahi" userId="9e090592-0176-4fa1-babd-33ca2ddb72f9" providerId="ADAL" clId="{175FE9C2-17E3-47C7-B1FA-65265963A951}" dt="2026-04-29T16:42:20.780" v="7081" actId="26606"/>
          <ac:spMkLst>
            <pc:docMk/>
            <pc:sldMk cId="3797426104" sldId="260"/>
            <ac:spMk id="27" creationId="{1D8A0B00-C23D-433F-9C32-71C5D8F7B656}"/>
          </ac:spMkLst>
        </pc:spChg>
        <pc:picChg chg="add mod ord">
          <ac:chgData name="Patel, Mahi" userId="9e090592-0176-4fa1-babd-33ca2ddb72f9" providerId="ADAL" clId="{175FE9C2-17E3-47C7-B1FA-65265963A951}" dt="2026-04-29T16:40:29.687" v="7077" actId="1076"/>
          <ac:picMkLst>
            <pc:docMk/>
            <pc:sldMk cId="3797426104" sldId="260"/>
            <ac:picMk id="9" creationId="{8ECB00C1-CA57-7925-5E71-2024B781AC57}"/>
          </ac:picMkLst>
        </pc:picChg>
        <pc:picChg chg="add mod ord">
          <ac:chgData name="Patel, Mahi" userId="9e090592-0176-4fa1-babd-33ca2ddb72f9" providerId="ADAL" clId="{175FE9C2-17E3-47C7-B1FA-65265963A951}" dt="2026-04-29T16:40:31.363" v="7078" actId="1076"/>
          <ac:picMkLst>
            <pc:docMk/>
            <pc:sldMk cId="3797426104" sldId="260"/>
            <ac:picMk id="11" creationId="{1A8EA065-CD4C-D605-10D1-A7BF5D8B8C56}"/>
          </ac:picMkLst>
        </pc:picChg>
      </pc:sldChg>
      <pc:sldChg chg="addSp delSp modSp new mod modTransition setBg setClrOvrMap delDesignElem">
        <pc:chgData name="Patel, Mahi" userId="9e090592-0176-4fa1-babd-33ca2ddb72f9" providerId="ADAL" clId="{175FE9C2-17E3-47C7-B1FA-65265963A951}" dt="2026-04-29T16:30:27.417" v="7054"/>
        <pc:sldMkLst>
          <pc:docMk/>
          <pc:sldMk cId="2658482750" sldId="262"/>
        </pc:sldMkLst>
        <pc:spChg chg="mod ord">
          <ac:chgData name="Patel, Mahi" userId="9e090592-0176-4fa1-babd-33ca2ddb72f9" providerId="ADAL" clId="{175FE9C2-17E3-47C7-B1FA-65265963A951}" dt="2026-04-29T16:30:27.417" v="7054"/>
          <ac:spMkLst>
            <pc:docMk/>
            <pc:sldMk cId="2658482750" sldId="262"/>
            <ac:spMk id="2" creationId="{789729FB-3730-9A91-0359-B3757E37ADAE}"/>
          </ac:spMkLst>
        </pc:spChg>
        <pc:spChg chg="add mod">
          <ac:chgData name="Patel, Mahi" userId="9e090592-0176-4fa1-babd-33ca2ddb72f9" providerId="ADAL" clId="{175FE9C2-17E3-47C7-B1FA-65265963A951}" dt="2026-04-28T04:24:01.923" v="3784" actId="208"/>
          <ac:spMkLst>
            <pc:docMk/>
            <pc:sldMk cId="2658482750" sldId="262"/>
            <ac:spMk id="9" creationId="{524DACF4-4E98-5D9E-2AE5-24F59BE6E566}"/>
          </ac:spMkLst>
        </pc:spChg>
        <pc:picChg chg="add mod ord">
          <ac:chgData name="Patel, Mahi" userId="9e090592-0176-4fa1-babd-33ca2ddb72f9" providerId="ADAL" clId="{175FE9C2-17E3-47C7-B1FA-65265963A951}" dt="2026-04-28T04:20:19.777" v="3659" actId="14100"/>
          <ac:picMkLst>
            <pc:docMk/>
            <pc:sldMk cId="2658482750" sldId="262"/>
            <ac:picMk id="5" creationId="{E15A014E-64D0-96E9-4969-A0184C8E6F08}"/>
          </ac:picMkLst>
        </pc:picChg>
        <pc:picChg chg="add mod">
          <ac:chgData name="Patel, Mahi" userId="9e090592-0176-4fa1-babd-33ca2ddb72f9" providerId="ADAL" clId="{175FE9C2-17E3-47C7-B1FA-65265963A951}" dt="2026-04-28T04:20:09.193" v="3657" actId="14100"/>
          <ac:picMkLst>
            <pc:docMk/>
            <pc:sldMk cId="2658482750" sldId="262"/>
            <ac:picMk id="7" creationId="{40E46C03-1EBF-FE99-047C-770CF7F03A24}"/>
          </ac:picMkLst>
        </pc:picChg>
      </pc:sldChg>
      <pc:sldChg chg="addSp delSp modSp new mod modTransition setBg modClrScheme setClrOvrMap delDesignElem chgLayout">
        <pc:chgData name="Patel, Mahi" userId="9e090592-0176-4fa1-babd-33ca2ddb72f9" providerId="ADAL" clId="{175FE9C2-17E3-47C7-B1FA-65265963A951}" dt="2026-04-29T23:40:24.441" v="9451" actId="14100"/>
        <pc:sldMkLst>
          <pc:docMk/>
          <pc:sldMk cId="3993384937" sldId="265"/>
        </pc:sldMkLst>
        <pc:spChg chg="mod ord">
          <ac:chgData name="Patel, Mahi" userId="9e090592-0176-4fa1-babd-33ca2ddb72f9" providerId="ADAL" clId="{175FE9C2-17E3-47C7-B1FA-65265963A951}" dt="2026-04-29T23:32:57.191" v="8771" actId="20577"/>
          <ac:spMkLst>
            <pc:docMk/>
            <pc:sldMk cId="3993384937" sldId="265"/>
            <ac:spMk id="2" creationId="{AC3AC54D-1462-A1A2-BC5A-67638BB238FB}"/>
          </ac:spMkLst>
        </pc:spChg>
        <pc:spChg chg="mod ord">
          <ac:chgData name="Patel, Mahi" userId="9e090592-0176-4fa1-babd-33ca2ddb72f9" providerId="ADAL" clId="{175FE9C2-17E3-47C7-B1FA-65265963A951}" dt="2026-04-29T23:37:18.319" v="9301" actId="1076"/>
          <ac:spMkLst>
            <pc:docMk/>
            <pc:sldMk cId="3993384937" sldId="265"/>
            <ac:spMk id="4" creationId="{1E481A0B-C148-D4C5-9EE6-BA07C4AAD236}"/>
          </ac:spMkLst>
        </pc:spChg>
        <pc:spChg chg="add mod ord">
          <ac:chgData name="Patel, Mahi" userId="9e090592-0176-4fa1-babd-33ca2ddb72f9" providerId="ADAL" clId="{175FE9C2-17E3-47C7-B1FA-65265963A951}" dt="2026-04-29T23:37:06.603" v="9299" actId="1076"/>
          <ac:spMkLst>
            <pc:docMk/>
            <pc:sldMk cId="3993384937" sldId="265"/>
            <ac:spMk id="9" creationId="{BCAA20A8-598A-C261-4FB0-1D2D2213C688}"/>
          </ac:spMkLst>
        </pc:spChg>
        <pc:spChg chg="add mod ord">
          <ac:chgData name="Patel, Mahi" userId="9e090592-0176-4fa1-babd-33ca2ddb72f9" providerId="ADAL" clId="{175FE9C2-17E3-47C7-B1FA-65265963A951}" dt="2026-04-29T23:37:11.648" v="9300" actId="1076"/>
          <ac:spMkLst>
            <pc:docMk/>
            <pc:sldMk cId="3993384937" sldId="265"/>
            <ac:spMk id="10" creationId="{64362450-3CA7-CD3B-903E-B51ED6F468E1}"/>
          </ac:spMkLst>
        </pc:spChg>
        <pc:spChg chg="add mod ord">
          <ac:chgData name="Patel, Mahi" userId="9e090592-0176-4fa1-babd-33ca2ddb72f9" providerId="ADAL" clId="{175FE9C2-17E3-47C7-B1FA-65265963A951}" dt="2026-04-29T23:37:34.111" v="9306" actId="403"/>
          <ac:spMkLst>
            <pc:docMk/>
            <pc:sldMk cId="3993384937" sldId="265"/>
            <ac:spMk id="12" creationId="{AA9C4917-856E-1C7B-96E2-17BC01DC2FA0}"/>
          </ac:spMkLst>
        </pc:spChg>
        <pc:spChg chg="add mod ord">
          <ac:chgData name="Patel, Mahi" userId="9e090592-0176-4fa1-babd-33ca2ddb72f9" providerId="ADAL" clId="{175FE9C2-17E3-47C7-B1FA-65265963A951}" dt="2026-04-29T23:37:40.463" v="9308" actId="403"/>
          <ac:spMkLst>
            <pc:docMk/>
            <pc:sldMk cId="3993384937" sldId="265"/>
            <ac:spMk id="13" creationId="{F13807A8-A52A-2D6B-5BE5-73316A043B2A}"/>
          </ac:spMkLst>
        </pc:spChg>
        <pc:spChg chg="add mod ord">
          <ac:chgData name="Patel, Mahi" userId="9e090592-0176-4fa1-babd-33ca2ddb72f9" providerId="ADAL" clId="{175FE9C2-17E3-47C7-B1FA-65265963A951}" dt="2026-04-29T23:37:44.452" v="9310" actId="403"/>
          <ac:spMkLst>
            <pc:docMk/>
            <pc:sldMk cId="3993384937" sldId="265"/>
            <ac:spMk id="14" creationId="{261D892B-3544-1757-837A-F4A98FDFAFFA}"/>
          </ac:spMkLst>
        </pc:spChg>
        <pc:spChg chg="add mod">
          <ac:chgData name="Patel, Mahi" userId="9e090592-0176-4fa1-babd-33ca2ddb72f9" providerId="ADAL" clId="{175FE9C2-17E3-47C7-B1FA-65265963A951}" dt="2026-04-29T23:40:24.441" v="9451" actId="14100"/>
          <ac:spMkLst>
            <pc:docMk/>
            <pc:sldMk cId="3993384937" sldId="265"/>
            <ac:spMk id="15" creationId="{D9495C31-C114-0A76-7110-22696ADB89A1}"/>
          </ac:spMkLst>
        </pc:spChg>
      </pc:sldChg>
      <pc:sldChg chg="addSp delSp modSp new mod modTransition modNotesTx">
        <pc:chgData name="Patel, Mahi" userId="9e090592-0176-4fa1-babd-33ca2ddb72f9" providerId="ADAL" clId="{175FE9C2-17E3-47C7-B1FA-65265963A951}" dt="2026-04-30T00:01:39.677" v="10405" actId="1076"/>
        <pc:sldMkLst>
          <pc:docMk/>
          <pc:sldMk cId="3869676931" sldId="266"/>
        </pc:sldMkLst>
        <pc:spChg chg="mod">
          <ac:chgData name="Patel, Mahi" userId="9e090592-0176-4fa1-babd-33ca2ddb72f9" providerId="ADAL" clId="{175FE9C2-17E3-47C7-B1FA-65265963A951}" dt="2026-04-29T23:40:57.051" v="9452" actId="20577"/>
          <ac:spMkLst>
            <pc:docMk/>
            <pc:sldMk cId="3869676931" sldId="266"/>
            <ac:spMk id="2" creationId="{7717781F-60D1-26BC-3A58-443BDA4775EB}"/>
          </ac:spMkLst>
        </pc:spChg>
        <pc:spChg chg="mod">
          <ac:chgData name="Patel, Mahi" userId="9e090592-0176-4fa1-babd-33ca2ddb72f9" providerId="ADAL" clId="{175FE9C2-17E3-47C7-B1FA-65265963A951}" dt="2026-04-30T00:01:29.795" v="10403" actId="1076"/>
          <ac:spMkLst>
            <pc:docMk/>
            <pc:sldMk cId="3869676931" sldId="266"/>
            <ac:spMk id="3" creationId="{EFE6597A-6488-2597-7F70-0532180DD19B}"/>
          </ac:spMkLst>
        </pc:spChg>
        <pc:spChg chg="add del mod">
          <ac:chgData name="Patel, Mahi" userId="9e090592-0176-4fa1-babd-33ca2ddb72f9" providerId="ADAL" clId="{175FE9C2-17E3-47C7-B1FA-65265963A951}" dt="2026-04-30T00:01:33.976" v="10404" actId="1076"/>
          <ac:spMkLst>
            <pc:docMk/>
            <pc:sldMk cId="3869676931" sldId="266"/>
            <ac:spMk id="4" creationId="{83DA9293-C8D8-894B-A741-AF6B8D443C34}"/>
          </ac:spMkLst>
        </pc:spChg>
        <pc:spChg chg="mod">
          <ac:chgData name="Patel, Mahi" userId="9e090592-0176-4fa1-babd-33ca2ddb72f9" providerId="ADAL" clId="{175FE9C2-17E3-47C7-B1FA-65265963A951}" dt="2026-04-30T00:01:39.677" v="10405" actId="1076"/>
          <ac:spMkLst>
            <pc:docMk/>
            <pc:sldMk cId="3869676931" sldId="266"/>
            <ac:spMk id="5" creationId="{AE1F7C5A-CA5D-48CD-4CE2-B61D7AA7B0C9}"/>
          </ac:spMkLst>
        </pc:spChg>
        <pc:spChg chg="mod">
          <ac:chgData name="Patel, Mahi" userId="9e090592-0176-4fa1-babd-33ca2ddb72f9" providerId="ADAL" clId="{175FE9C2-17E3-47C7-B1FA-65265963A951}" dt="2026-04-30T00:00:42.182" v="10300" actId="1076"/>
          <ac:spMkLst>
            <pc:docMk/>
            <pc:sldMk cId="3869676931" sldId="266"/>
            <ac:spMk id="6" creationId="{EF2110F0-EF15-7319-2E35-7117BA4380EB}"/>
          </ac:spMkLst>
        </pc:spChg>
        <pc:graphicFrameChg chg="add mod modGraphic">
          <ac:chgData name="Patel, Mahi" userId="9e090592-0176-4fa1-babd-33ca2ddb72f9" providerId="ADAL" clId="{175FE9C2-17E3-47C7-B1FA-65265963A951}" dt="2026-04-29T23:53:15.755" v="9841" actId="1076"/>
          <ac:graphicFrameMkLst>
            <pc:docMk/>
            <pc:sldMk cId="3869676931" sldId="266"/>
            <ac:graphicFrameMk id="9" creationId="{9D2D0D4A-AA12-1238-863B-88203EE0FA7A}"/>
          </ac:graphicFrameMkLst>
        </pc:graphicFrameChg>
      </pc:sldChg>
      <pc:sldChg chg="addSp modSp new mod modTransition">
        <pc:chgData name="Patel, Mahi" userId="9e090592-0176-4fa1-babd-33ca2ddb72f9" providerId="ADAL" clId="{175FE9C2-17E3-47C7-B1FA-65265963A951}" dt="2026-04-29T16:30:27.417" v="7054"/>
        <pc:sldMkLst>
          <pc:docMk/>
          <pc:sldMk cId="882749445" sldId="267"/>
        </pc:sldMkLst>
        <pc:spChg chg="mod">
          <ac:chgData name="Patel, Mahi" userId="9e090592-0176-4fa1-babd-33ca2ddb72f9" providerId="ADAL" clId="{175FE9C2-17E3-47C7-B1FA-65265963A951}" dt="2026-04-29T16:30:27.417" v="7054"/>
          <ac:spMkLst>
            <pc:docMk/>
            <pc:sldMk cId="882749445" sldId="267"/>
            <ac:spMk id="2" creationId="{8F48E95A-EFC2-D9E2-2C98-1217B6ACF55B}"/>
          </ac:spMkLst>
        </pc:spChg>
        <pc:spChg chg="mod">
          <ac:chgData name="Patel, Mahi" userId="9e090592-0176-4fa1-babd-33ca2ddb72f9" providerId="ADAL" clId="{175FE9C2-17E3-47C7-B1FA-65265963A951}" dt="2026-04-28T05:07:47.559" v="5256" actId="1076"/>
          <ac:spMkLst>
            <pc:docMk/>
            <pc:sldMk cId="882749445" sldId="267"/>
            <ac:spMk id="3" creationId="{CB3F5796-C567-9003-B96D-4EA21B16D8E1}"/>
          </ac:spMkLst>
        </pc:spChg>
        <pc:spChg chg="mod">
          <ac:chgData name="Patel, Mahi" userId="9e090592-0176-4fa1-babd-33ca2ddb72f9" providerId="ADAL" clId="{175FE9C2-17E3-47C7-B1FA-65265963A951}" dt="2026-04-28T05:07:56.243" v="5257" actId="1076"/>
          <ac:spMkLst>
            <pc:docMk/>
            <pc:sldMk cId="882749445" sldId="267"/>
            <ac:spMk id="4" creationId="{92841CCB-B681-FDEB-52AE-E1BF70B39302}"/>
          </ac:spMkLst>
        </pc:spChg>
        <pc:spChg chg="mod">
          <ac:chgData name="Patel, Mahi" userId="9e090592-0176-4fa1-babd-33ca2ddb72f9" providerId="ADAL" clId="{175FE9C2-17E3-47C7-B1FA-65265963A951}" dt="2026-04-28T05:06:59.151" v="5246" actId="1076"/>
          <ac:spMkLst>
            <pc:docMk/>
            <pc:sldMk cId="882749445" sldId="267"/>
            <ac:spMk id="5" creationId="{B47EB30A-CD1C-52BB-C755-26E2FD05CFA7}"/>
          </ac:spMkLst>
        </pc:spChg>
        <pc:spChg chg="mod">
          <ac:chgData name="Patel, Mahi" userId="9e090592-0176-4fa1-babd-33ca2ddb72f9" providerId="ADAL" clId="{175FE9C2-17E3-47C7-B1FA-65265963A951}" dt="2026-04-28T05:07:07.077" v="5247" actId="1076"/>
          <ac:spMkLst>
            <pc:docMk/>
            <pc:sldMk cId="882749445" sldId="267"/>
            <ac:spMk id="6" creationId="{518AA72D-0EF0-5D4D-D66C-62B70B423689}"/>
          </ac:spMkLst>
        </pc:spChg>
        <pc:picChg chg="add mod">
          <ac:chgData name="Patel, Mahi" userId="9e090592-0176-4fa1-babd-33ca2ddb72f9" providerId="ADAL" clId="{175FE9C2-17E3-47C7-B1FA-65265963A951}" dt="2026-04-28T05:07:36.914" v="5255" actId="1076"/>
          <ac:picMkLst>
            <pc:docMk/>
            <pc:sldMk cId="882749445" sldId="267"/>
            <ac:picMk id="8" creationId="{14DE051F-E110-3DB3-F4AF-CC00BDC0A470}"/>
          </ac:picMkLst>
        </pc:picChg>
      </pc:sldChg>
      <pc:sldChg chg="addSp delSp modSp new del mod modTransition modClrScheme chgLayout">
        <pc:chgData name="Patel, Mahi" userId="9e090592-0176-4fa1-babd-33ca2ddb72f9" providerId="ADAL" clId="{175FE9C2-17E3-47C7-B1FA-65265963A951}" dt="2026-04-30T00:13:45.020" v="10815" actId="2696"/>
        <pc:sldMkLst>
          <pc:docMk/>
          <pc:sldMk cId="3472880473" sldId="268"/>
        </pc:sldMkLst>
      </pc:sldChg>
      <pc:sldChg chg="addSp modSp new del mod modTransition">
        <pc:chgData name="Patel, Mahi" userId="9e090592-0176-4fa1-babd-33ca2ddb72f9" providerId="ADAL" clId="{175FE9C2-17E3-47C7-B1FA-65265963A951}" dt="2026-04-30T02:37:13.613" v="11698" actId="2696"/>
        <pc:sldMkLst>
          <pc:docMk/>
          <pc:sldMk cId="4055067781" sldId="269"/>
        </pc:sldMkLst>
      </pc:sldChg>
      <pc:sldChg chg="addSp delSp modSp new mod modTransition setBg setClrOvrMap delDesignElem">
        <pc:chgData name="Patel, Mahi" userId="9e090592-0176-4fa1-babd-33ca2ddb72f9" providerId="ADAL" clId="{175FE9C2-17E3-47C7-B1FA-65265963A951}" dt="2026-04-29T16:41:29.740" v="7079"/>
        <pc:sldMkLst>
          <pc:docMk/>
          <pc:sldMk cId="2166289387" sldId="270"/>
        </pc:sldMkLst>
        <pc:spChg chg="mod">
          <ac:chgData name="Patel, Mahi" userId="9e090592-0176-4fa1-babd-33ca2ddb72f9" providerId="ADAL" clId="{175FE9C2-17E3-47C7-B1FA-65265963A951}" dt="2026-04-29T16:30:45.438" v="7055" actId="26606"/>
          <ac:spMkLst>
            <pc:docMk/>
            <pc:sldMk cId="2166289387" sldId="270"/>
            <ac:spMk id="2" creationId="{8B00A8BD-2476-FC06-FB0A-2D130C9CFC2F}"/>
          </ac:spMkLst>
        </pc:spChg>
        <pc:spChg chg="mod">
          <ac:chgData name="Patel, Mahi" userId="9e090592-0176-4fa1-babd-33ca2ddb72f9" providerId="ADAL" clId="{175FE9C2-17E3-47C7-B1FA-65265963A951}" dt="2026-04-29T16:30:45.438" v="7055" actId="26606"/>
          <ac:spMkLst>
            <pc:docMk/>
            <pc:sldMk cId="2166289387" sldId="270"/>
            <ac:spMk id="3" creationId="{3F81F4B6-DE14-548E-EB5E-1DEBF3621EB1}"/>
          </ac:spMkLst>
        </pc:spChg>
        <pc:spChg chg="add">
          <ac:chgData name="Patel, Mahi" userId="9e090592-0176-4fa1-babd-33ca2ddb72f9" providerId="ADAL" clId="{175FE9C2-17E3-47C7-B1FA-65265963A951}" dt="2026-04-29T16:30:45.438" v="7055" actId="26606"/>
          <ac:spMkLst>
            <pc:docMk/>
            <pc:sldMk cId="2166289387" sldId="270"/>
            <ac:spMk id="5" creationId="{DA182162-B517-4B41-B039-339F87FAE1D0}"/>
          </ac:spMkLst>
        </pc:spChg>
        <pc:spChg chg="add">
          <ac:chgData name="Patel, Mahi" userId="9e090592-0176-4fa1-babd-33ca2ddb72f9" providerId="ADAL" clId="{175FE9C2-17E3-47C7-B1FA-65265963A951}" dt="2026-04-29T16:30:45.438" v="7055" actId="26606"/>
          <ac:spMkLst>
            <pc:docMk/>
            <pc:sldMk cId="2166289387" sldId="270"/>
            <ac:spMk id="10" creationId="{49B5AD54-1E68-4239-A6AF-FE0F49BB8367}"/>
          </ac:spMkLst>
        </pc:spChg>
      </pc:sldChg>
      <pc:sldChg chg="addSp delSp modSp new mod setBg modClrScheme chgLayout">
        <pc:chgData name="Patel, Mahi" userId="9e090592-0176-4fa1-babd-33ca2ddb72f9" providerId="ADAL" clId="{175FE9C2-17E3-47C7-B1FA-65265963A951}" dt="2026-04-29T17:46:57.301" v="7426" actId="403"/>
        <pc:sldMkLst>
          <pc:docMk/>
          <pc:sldMk cId="3487327582" sldId="271"/>
        </pc:sldMkLst>
        <pc:spChg chg="add mod ord">
          <ac:chgData name="Patel, Mahi" userId="9e090592-0176-4fa1-babd-33ca2ddb72f9" providerId="ADAL" clId="{175FE9C2-17E3-47C7-B1FA-65265963A951}" dt="2026-04-29T17:46:19.114" v="7421" actId="26606"/>
          <ac:spMkLst>
            <pc:docMk/>
            <pc:sldMk cId="3487327582" sldId="271"/>
            <ac:spMk id="9" creationId="{4CD4932D-DCF2-66DE-C919-BCA03C7051F7}"/>
          </ac:spMkLst>
        </pc:spChg>
        <pc:graphicFrameChg chg="add mod modGraphic">
          <ac:chgData name="Patel, Mahi" userId="9e090592-0176-4fa1-babd-33ca2ddb72f9" providerId="ADAL" clId="{175FE9C2-17E3-47C7-B1FA-65265963A951}" dt="2026-04-29T17:46:57.301" v="7426" actId="403"/>
          <ac:graphicFrameMkLst>
            <pc:docMk/>
            <pc:sldMk cId="3487327582" sldId="271"/>
            <ac:graphicFrameMk id="35" creationId="{D43F9B3C-F0FA-8D12-1794-4D0DA47A122D}"/>
          </ac:graphicFrameMkLst>
        </pc:graphicFrameChg>
      </pc:sldChg>
      <pc:sldChg chg="addSp delSp modSp new mod ord setBg">
        <pc:chgData name="Patel, Mahi" userId="9e090592-0176-4fa1-babd-33ca2ddb72f9" providerId="ADAL" clId="{175FE9C2-17E3-47C7-B1FA-65265963A951}" dt="2026-05-01T14:34:31.478" v="12195" actId="20577"/>
        <pc:sldMkLst>
          <pc:docMk/>
          <pc:sldMk cId="2282779003" sldId="272"/>
        </pc:sldMkLst>
        <pc:spChg chg="mod">
          <ac:chgData name="Patel, Mahi" userId="9e090592-0176-4fa1-babd-33ca2ddb72f9" providerId="ADAL" clId="{175FE9C2-17E3-47C7-B1FA-65265963A951}" dt="2026-04-29T17:50:30.830" v="7483" actId="26606"/>
          <ac:spMkLst>
            <pc:docMk/>
            <pc:sldMk cId="2282779003" sldId="272"/>
            <ac:spMk id="2" creationId="{A25BED2B-E0F6-E3C3-698A-DE4156D45FD9}"/>
          </ac:spMkLst>
        </pc:spChg>
        <pc:graphicFrameChg chg="add mod modGraphic">
          <ac:chgData name="Patel, Mahi" userId="9e090592-0176-4fa1-babd-33ca2ddb72f9" providerId="ADAL" clId="{175FE9C2-17E3-47C7-B1FA-65265963A951}" dt="2026-05-01T14:34:31.478" v="12195" actId="20577"/>
          <ac:graphicFrameMkLst>
            <pc:docMk/>
            <pc:sldMk cId="2282779003" sldId="272"/>
            <ac:graphicFrameMk id="5" creationId="{D09C915D-715C-05FF-3CFC-43EB14F778BA}"/>
          </ac:graphicFrameMkLst>
        </pc:graphicFrameChg>
      </pc:sldChg>
      <pc:sldChg chg="addSp delSp modSp new mod setBg">
        <pc:chgData name="Patel, Mahi" userId="9e090592-0176-4fa1-babd-33ca2ddb72f9" providerId="ADAL" clId="{175FE9C2-17E3-47C7-B1FA-65265963A951}" dt="2026-04-29T23:03:15.738" v="7902" actId="26606"/>
        <pc:sldMkLst>
          <pc:docMk/>
          <pc:sldMk cId="2207820393" sldId="273"/>
        </pc:sldMkLst>
        <pc:spChg chg="mod">
          <ac:chgData name="Patel, Mahi" userId="9e090592-0176-4fa1-babd-33ca2ddb72f9" providerId="ADAL" clId="{175FE9C2-17E3-47C7-B1FA-65265963A951}" dt="2026-04-29T23:02:56.709" v="7901" actId="26606"/>
          <ac:spMkLst>
            <pc:docMk/>
            <pc:sldMk cId="2207820393" sldId="273"/>
            <ac:spMk id="2" creationId="{9BC24A1A-1CF8-39B7-24F9-E3D1D2B87EF1}"/>
          </ac:spMkLst>
        </pc:spChg>
        <pc:graphicFrameChg chg="add mod modGraphic">
          <ac:chgData name="Patel, Mahi" userId="9e090592-0176-4fa1-babd-33ca2ddb72f9" providerId="ADAL" clId="{175FE9C2-17E3-47C7-B1FA-65265963A951}" dt="2026-04-29T23:03:15.738" v="7902" actId="26606"/>
          <ac:graphicFrameMkLst>
            <pc:docMk/>
            <pc:sldMk cId="2207820393" sldId="273"/>
            <ac:graphicFrameMk id="5" creationId="{5632FD1F-F9BF-25D0-3C54-F3BF492AA49C}"/>
          </ac:graphicFrameMkLst>
        </pc:graphicFrameChg>
      </pc:sldChg>
      <pc:sldChg chg="addSp delSp modSp new mod modClrScheme chgLayout">
        <pc:chgData name="Patel, Mahi" userId="9e090592-0176-4fa1-babd-33ca2ddb72f9" providerId="ADAL" clId="{175FE9C2-17E3-47C7-B1FA-65265963A951}" dt="2026-04-29T23:14:10.239" v="8422" actId="1076"/>
        <pc:sldMkLst>
          <pc:docMk/>
          <pc:sldMk cId="2526664624" sldId="274"/>
        </pc:sldMkLst>
        <pc:spChg chg="add mod ord">
          <ac:chgData name="Patel, Mahi" userId="9e090592-0176-4fa1-babd-33ca2ddb72f9" providerId="ADAL" clId="{175FE9C2-17E3-47C7-B1FA-65265963A951}" dt="2026-04-29T23:10:08.262" v="8378" actId="700"/>
          <ac:spMkLst>
            <pc:docMk/>
            <pc:sldMk cId="2526664624" sldId="274"/>
            <ac:spMk id="4" creationId="{03E29E0F-03AD-1457-8690-DDE20CE43845}"/>
          </ac:spMkLst>
        </pc:spChg>
        <pc:spChg chg="add mod ord">
          <ac:chgData name="Patel, Mahi" userId="9e090592-0176-4fa1-babd-33ca2ddb72f9" providerId="ADAL" clId="{175FE9C2-17E3-47C7-B1FA-65265963A951}" dt="2026-04-29T23:13:25.165" v="8416" actId="1076"/>
          <ac:spMkLst>
            <pc:docMk/>
            <pc:sldMk cId="2526664624" sldId="274"/>
            <ac:spMk id="5" creationId="{80B25953-A702-B6C9-8C84-B18DC46DBB06}"/>
          </ac:spMkLst>
        </pc:spChg>
        <pc:spChg chg="add mod ord">
          <ac:chgData name="Patel, Mahi" userId="9e090592-0176-4fa1-babd-33ca2ddb72f9" providerId="ADAL" clId="{175FE9C2-17E3-47C7-B1FA-65265963A951}" dt="2026-04-29T23:13:29.201" v="8417" actId="1076"/>
          <ac:spMkLst>
            <pc:docMk/>
            <pc:sldMk cId="2526664624" sldId="274"/>
            <ac:spMk id="6" creationId="{3063F369-99F0-B3DF-5E87-008FD3F4D352}"/>
          </ac:spMkLst>
        </pc:spChg>
        <pc:spChg chg="add mod ord">
          <ac:chgData name="Patel, Mahi" userId="9e090592-0176-4fa1-babd-33ca2ddb72f9" providerId="ADAL" clId="{175FE9C2-17E3-47C7-B1FA-65265963A951}" dt="2026-04-29T23:13:47.825" v="8420" actId="1076"/>
          <ac:spMkLst>
            <pc:docMk/>
            <pc:sldMk cId="2526664624" sldId="274"/>
            <ac:spMk id="7" creationId="{0961918B-5F46-7F19-56E4-06B686BB6265}"/>
          </ac:spMkLst>
        </pc:spChg>
        <pc:spChg chg="add mod ord">
          <ac:chgData name="Patel, Mahi" userId="9e090592-0176-4fa1-babd-33ca2ddb72f9" providerId="ADAL" clId="{175FE9C2-17E3-47C7-B1FA-65265963A951}" dt="2026-04-29T23:13:32.504" v="8418" actId="1076"/>
          <ac:spMkLst>
            <pc:docMk/>
            <pc:sldMk cId="2526664624" sldId="274"/>
            <ac:spMk id="9" creationId="{03452067-C9F2-C9EA-6257-C7458FD9EAF4}"/>
          </ac:spMkLst>
        </pc:spChg>
        <pc:spChg chg="add mod ord">
          <ac:chgData name="Patel, Mahi" userId="9e090592-0176-4fa1-babd-33ca2ddb72f9" providerId="ADAL" clId="{175FE9C2-17E3-47C7-B1FA-65265963A951}" dt="2026-04-29T23:13:36.941" v="8419" actId="1076"/>
          <ac:spMkLst>
            <pc:docMk/>
            <pc:sldMk cId="2526664624" sldId="274"/>
            <ac:spMk id="10" creationId="{F8FBDB7E-1E4B-3FE7-C138-CAF5983CCBC8}"/>
          </ac:spMkLst>
        </pc:spChg>
        <pc:spChg chg="add mod ord">
          <ac:chgData name="Patel, Mahi" userId="9e090592-0176-4fa1-babd-33ca2ddb72f9" providerId="ADAL" clId="{175FE9C2-17E3-47C7-B1FA-65265963A951}" dt="2026-04-29T23:14:10.239" v="8422" actId="1076"/>
          <ac:spMkLst>
            <pc:docMk/>
            <pc:sldMk cId="2526664624" sldId="274"/>
            <ac:spMk id="11" creationId="{1F972750-8A8D-619A-81E3-46245C63787A}"/>
          </ac:spMkLst>
        </pc:spChg>
        <pc:picChg chg="add mod ord">
          <ac:chgData name="Patel, Mahi" userId="9e090592-0176-4fa1-babd-33ca2ddb72f9" providerId="ADAL" clId="{175FE9C2-17E3-47C7-B1FA-65265963A951}" dt="2026-04-29T23:12:45.067" v="8409" actId="1076"/>
          <ac:picMkLst>
            <pc:docMk/>
            <pc:sldMk cId="2526664624" sldId="274"/>
            <ac:picMk id="17" creationId="{C81547F0-568A-F501-A1BC-0C891EEEA1B9}"/>
          </ac:picMkLst>
        </pc:picChg>
        <pc:picChg chg="add mod">
          <ac:chgData name="Patel, Mahi" userId="9e090592-0176-4fa1-babd-33ca2ddb72f9" providerId="ADAL" clId="{175FE9C2-17E3-47C7-B1FA-65265963A951}" dt="2026-04-29T23:13:12.275" v="8414" actId="1076"/>
          <ac:picMkLst>
            <pc:docMk/>
            <pc:sldMk cId="2526664624" sldId="274"/>
            <ac:picMk id="19" creationId="{DEFFB926-9AB5-EE39-9004-33C2B6AEDEA6}"/>
          </ac:picMkLst>
        </pc:picChg>
        <pc:picChg chg="add mod">
          <ac:chgData name="Patel, Mahi" userId="9e090592-0176-4fa1-babd-33ca2ddb72f9" providerId="ADAL" clId="{175FE9C2-17E3-47C7-B1FA-65265963A951}" dt="2026-04-29T23:13:57.141" v="8421" actId="1076"/>
          <ac:picMkLst>
            <pc:docMk/>
            <pc:sldMk cId="2526664624" sldId="274"/>
            <ac:picMk id="21" creationId="{37C96BDA-F05D-27D8-037A-F5FB9D8B35F0}"/>
          </ac:picMkLst>
        </pc:picChg>
      </pc:sldChg>
      <pc:sldChg chg="addSp delSp modSp new mod setBg">
        <pc:chgData name="Patel, Mahi" userId="9e090592-0176-4fa1-babd-33ca2ddb72f9" providerId="ADAL" clId="{175FE9C2-17E3-47C7-B1FA-65265963A951}" dt="2026-04-29T23:20:45.176" v="8746" actId="14100"/>
        <pc:sldMkLst>
          <pc:docMk/>
          <pc:sldMk cId="3528842223" sldId="275"/>
        </pc:sldMkLst>
        <pc:spChg chg="mod">
          <ac:chgData name="Patel, Mahi" userId="9e090592-0176-4fa1-babd-33ca2ddb72f9" providerId="ADAL" clId="{175FE9C2-17E3-47C7-B1FA-65265963A951}" dt="2026-04-29T23:19:47.566" v="8736" actId="26606"/>
          <ac:spMkLst>
            <pc:docMk/>
            <pc:sldMk cId="3528842223" sldId="275"/>
            <ac:spMk id="2" creationId="{A21493E6-1E88-1614-5ABF-8B2E87C42167}"/>
          </ac:spMkLst>
        </pc:spChg>
        <pc:spChg chg="mod ord">
          <ac:chgData name="Patel, Mahi" userId="9e090592-0176-4fa1-babd-33ca2ddb72f9" providerId="ADAL" clId="{175FE9C2-17E3-47C7-B1FA-65265963A951}" dt="2026-04-29T23:20:31.722" v="8744" actId="1076"/>
          <ac:spMkLst>
            <pc:docMk/>
            <pc:sldMk cId="3528842223" sldId="275"/>
            <ac:spMk id="4" creationId="{749B300E-92E9-B15B-11DE-BB790CFEB5B8}"/>
          </ac:spMkLst>
        </pc:spChg>
        <pc:spChg chg="add">
          <ac:chgData name="Patel, Mahi" userId="9e090592-0176-4fa1-babd-33ca2ddb72f9" providerId="ADAL" clId="{175FE9C2-17E3-47C7-B1FA-65265963A951}" dt="2026-04-29T23:19:47.566" v="8736" actId="26606"/>
          <ac:spMkLst>
            <pc:docMk/>
            <pc:sldMk cId="3528842223" sldId="275"/>
            <ac:spMk id="48" creationId="{A078A52F-85EA-4C0B-962B-D9D9DD4DD78C}"/>
          </ac:spMkLst>
        </pc:spChg>
        <pc:spChg chg="add">
          <ac:chgData name="Patel, Mahi" userId="9e090592-0176-4fa1-babd-33ca2ddb72f9" providerId="ADAL" clId="{175FE9C2-17E3-47C7-B1FA-65265963A951}" dt="2026-04-29T23:19:47.566" v="8736" actId="26606"/>
          <ac:spMkLst>
            <pc:docMk/>
            <pc:sldMk cId="3528842223" sldId="275"/>
            <ac:spMk id="49" creationId="{919797D5-5700-4683-B30A-5B4D56CB8270}"/>
          </ac:spMkLst>
        </pc:spChg>
        <pc:spChg chg="add">
          <ac:chgData name="Patel, Mahi" userId="9e090592-0176-4fa1-babd-33ca2ddb72f9" providerId="ADAL" clId="{175FE9C2-17E3-47C7-B1FA-65265963A951}" dt="2026-04-29T23:19:47.566" v="8736" actId="26606"/>
          <ac:spMkLst>
            <pc:docMk/>
            <pc:sldMk cId="3528842223" sldId="275"/>
            <ac:spMk id="50" creationId="{4856A7B9-9801-42EC-A4C9-7E22A56EF53D}"/>
          </ac:spMkLst>
        </pc:spChg>
        <pc:spChg chg="add">
          <ac:chgData name="Patel, Mahi" userId="9e090592-0176-4fa1-babd-33ca2ddb72f9" providerId="ADAL" clId="{175FE9C2-17E3-47C7-B1FA-65265963A951}" dt="2026-04-29T23:19:47.566" v="8736" actId="26606"/>
          <ac:spMkLst>
            <pc:docMk/>
            <pc:sldMk cId="3528842223" sldId="275"/>
            <ac:spMk id="51" creationId="{A8D10092-A860-4EFB-963F-A14DA3648858}"/>
          </ac:spMkLst>
        </pc:spChg>
        <pc:picChg chg="add mod">
          <ac:chgData name="Patel, Mahi" userId="9e090592-0176-4fa1-babd-33ca2ddb72f9" providerId="ADAL" clId="{175FE9C2-17E3-47C7-B1FA-65265963A951}" dt="2026-04-29T23:20:45.176" v="8746" actId="14100"/>
          <ac:picMkLst>
            <pc:docMk/>
            <pc:sldMk cId="3528842223" sldId="275"/>
            <ac:picMk id="5" creationId="{28B4CA1F-3832-816D-07B6-47429414CFAE}"/>
          </ac:picMkLst>
        </pc:picChg>
      </pc:sldChg>
      <pc:sldChg chg="addSp delSp modSp new mod ord setBg modClrScheme chgLayout">
        <pc:chgData name="Patel, Mahi" userId="9e090592-0176-4fa1-babd-33ca2ddb72f9" providerId="ADAL" clId="{175FE9C2-17E3-47C7-B1FA-65265963A951}" dt="2026-05-01T14:34:55.192" v="12199"/>
        <pc:sldMkLst>
          <pc:docMk/>
          <pc:sldMk cId="1051084548" sldId="276"/>
        </pc:sldMkLst>
        <pc:spChg chg="mod ord">
          <ac:chgData name="Patel, Mahi" userId="9e090592-0176-4fa1-babd-33ca2ddb72f9" providerId="ADAL" clId="{175FE9C2-17E3-47C7-B1FA-65265963A951}" dt="2026-04-30T00:09:23.729" v="10616" actId="26606"/>
          <ac:spMkLst>
            <pc:docMk/>
            <pc:sldMk cId="1051084548" sldId="276"/>
            <ac:spMk id="2" creationId="{BBBDF1C1-6892-25C5-7085-E91957F42BAB}"/>
          </ac:spMkLst>
        </pc:spChg>
        <pc:spChg chg="mod ord">
          <ac:chgData name="Patel, Mahi" userId="9e090592-0176-4fa1-babd-33ca2ddb72f9" providerId="ADAL" clId="{175FE9C2-17E3-47C7-B1FA-65265963A951}" dt="2026-04-30T00:12:46.699" v="10814" actId="27636"/>
          <ac:spMkLst>
            <pc:docMk/>
            <pc:sldMk cId="1051084548" sldId="276"/>
            <ac:spMk id="3" creationId="{7DF77882-E20A-D806-E407-32F7C3BE8948}"/>
          </ac:spMkLst>
        </pc:spChg>
        <pc:spChg chg="del">
          <ac:chgData name="Patel, Mahi" userId="9e090592-0176-4fa1-babd-33ca2ddb72f9" providerId="ADAL" clId="{175FE9C2-17E3-47C7-B1FA-65265963A951}" dt="2026-04-30T00:07:02.392" v="10472" actId="700"/>
          <ac:spMkLst>
            <pc:docMk/>
            <pc:sldMk cId="1051084548" sldId="276"/>
            <ac:spMk id="4" creationId="{675A48E6-1680-8E55-0BA2-043A0A5A7001}"/>
          </ac:spMkLst>
        </pc:spChg>
        <pc:spChg chg="add">
          <ac:chgData name="Patel, Mahi" userId="9e090592-0176-4fa1-babd-33ca2ddb72f9" providerId="ADAL" clId="{175FE9C2-17E3-47C7-B1FA-65265963A951}" dt="2026-04-30T00:09:23.729" v="10616" actId="26606"/>
          <ac:spMkLst>
            <pc:docMk/>
            <pc:sldMk cId="1051084548" sldId="276"/>
            <ac:spMk id="11" creationId="{8F404549-B4DC-481C-926C-DED3EF1C585B}"/>
          </ac:spMkLst>
        </pc:spChg>
        <pc:spChg chg="add">
          <ac:chgData name="Patel, Mahi" userId="9e090592-0176-4fa1-babd-33ca2ddb72f9" providerId="ADAL" clId="{175FE9C2-17E3-47C7-B1FA-65265963A951}" dt="2026-04-30T00:09:23.729" v="10616" actId="26606"/>
          <ac:spMkLst>
            <pc:docMk/>
            <pc:sldMk cId="1051084548" sldId="276"/>
            <ac:spMk id="13" creationId="{1E8FD5CD-351E-4B06-8B78-BD5102D00908}"/>
          </ac:spMkLst>
        </pc:spChg>
        <pc:picChg chg="add mod">
          <ac:chgData name="Patel, Mahi" userId="9e090592-0176-4fa1-babd-33ca2ddb72f9" providerId="ADAL" clId="{175FE9C2-17E3-47C7-B1FA-65265963A951}" dt="2026-04-30T00:10:18.576" v="10625" actId="14100"/>
          <ac:picMkLst>
            <pc:docMk/>
            <pc:sldMk cId="1051084548" sldId="276"/>
            <ac:picMk id="6" creationId="{F8B1B96C-671F-E240-DDB5-C1498A3A984E}"/>
          </ac:picMkLst>
        </pc:picChg>
      </pc:sldChg>
      <pc:sldChg chg="addSp delSp modSp new mod">
        <pc:chgData name="Patel, Mahi" userId="9e090592-0176-4fa1-babd-33ca2ddb72f9" providerId="ADAL" clId="{175FE9C2-17E3-47C7-B1FA-65265963A951}" dt="2026-04-30T02:38:18.640" v="11705" actId="1076"/>
        <pc:sldMkLst>
          <pc:docMk/>
          <pc:sldMk cId="1358158804" sldId="277"/>
        </pc:sldMkLst>
        <pc:spChg chg="mod">
          <ac:chgData name="Patel, Mahi" userId="9e090592-0176-4fa1-babd-33ca2ddb72f9" providerId="ADAL" clId="{175FE9C2-17E3-47C7-B1FA-65265963A951}" dt="2026-04-30T02:35:16.063" v="11681" actId="1076"/>
          <ac:spMkLst>
            <pc:docMk/>
            <pc:sldMk cId="1358158804" sldId="277"/>
            <ac:spMk id="2" creationId="{3B27B163-23A8-781A-9F5D-860B7C16F0CA}"/>
          </ac:spMkLst>
        </pc:spChg>
        <pc:spChg chg="mod">
          <ac:chgData name="Patel, Mahi" userId="9e090592-0176-4fa1-babd-33ca2ddb72f9" providerId="ADAL" clId="{175FE9C2-17E3-47C7-B1FA-65265963A951}" dt="2026-04-30T02:37:20.541" v="11699" actId="1076"/>
          <ac:spMkLst>
            <pc:docMk/>
            <pc:sldMk cId="1358158804" sldId="277"/>
            <ac:spMk id="3" creationId="{BA452072-308F-94C1-3740-71102E5A600F}"/>
          </ac:spMkLst>
        </pc:spChg>
        <pc:spChg chg="mod">
          <ac:chgData name="Patel, Mahi" userId="9e090592-0176-4fa1-babd-33ca2ddb72f9" providerId="ADAL" clId="{175FE9C2-17E3-47C7-B1FA-65265963A951}" dt="2026-04-30T02:37:24.112" v="11700" actId="1076"/>
          <ac:spMkLst>
            <pc:docMk/>
            <pc:sldMk cId="1358158804" sldId="277"/>
            <ac:spMk id="4" creationId="{363295F1-55AD-058E-7643-73396D04FC38}"/>
          </ac:spMkLst>
        </pc:spChg>
        <pc:spChg chg="mod">
          <ac:chgData name="Patel, Mahi" userId="9e090592-0176-4fa1-babd-33ca2ddb72f9" providerId="ADAL" clId="{175FE9C2-17E3-47C7-B1FA-65265963A951}" dt="2026-04-30T02:37:44.241" v="11701" actId="1076"/>
          <ac:spMkLst>
            <pc:docMk/>
            <pc:sldMk cId="1358158804" sldId="277"/>
            <ac:spMk id="5" creationId="{AB32D815-1B63-6B3F-1D91-29A397058EEF}"/>
          </ac:spMkLst>
        </pc:spChg>
        <pc:spChg chg="mod">
          <ac:chgData name="Patel, Mahi" userId="9e090592-0176-4fa1-babd-33ca2ddb72f9" providerId="ADAL" clId="{175FE9C2-17E3-47C7-B1FA-65265963A951}" dt="2026-04-30T02:38:12.131" v="11704" actId="1076"/>
          <ac:spMkLst>
            <pc:docMk/>
            <pc:sldMk cId="1358158804" sldId="277"/>
            <ac:spMk id="6" creationId="{2D6199CB-CF50-E627-9A00-A7A9027216AD}"/>
          </ac:spMkLst>
        </pc:spChg>
        <pc:spChg chg="mod">
          <ac:chgData name="Patel, Mahi" userId="9e090592-0176-4fa1-babd-33ca2ddb72f9" providerId="ADAL" clId="{175FE9C2-17E3-47C7-B1FA-65265963A951}" dt="2026-04-30T02:37:59.875" v="11703" actId="1076"/>
          <ac:spMkLst>
            <pc:docMk/>
            <pc:sldMk cId="1358158804" sldId="277"/>
            <ac:spMk id="7" creationId="{673A0D80-D3D4-9240-4F45-34EEDA2E1AC3}"/>
          </ac:spMkLst>
        </pc:spChg>
        <pc:spChg chg="mod">
          <ac:chgData name="Patel, Mahi" userId="9e090592-0176-4fa1-babd-33ca2ddb72f9" providerId="ADAL" clId="{175FE9C2-17E3-47C7-B1FA-65265963A951}" dt="2026-04-30T02:38:18.640" v="11705" actId="1076"/>
          <ac:spMkLst>
            <pc:docMk/>
            <pc:sldMk cId="1358158804" sldId="277"/>
            <ac:spMk id="8" creationId="{190AE6FD-39AF-5919-0C28-A99036D8BE95}"/>
          </ac:spMkLst>
        </pc:spChg>
        <pc:spChg chg="add mod">
          <ac:chgData name="Patel, Mahi" userId="9e090592-0176-4fa1-babd-33ca2ddb72f9" providerId="ADAL" clId="{175FE9C2-17E3-47C7-B1FA-65265963A951}" dt="2026-04-30T00:16:46.467" v="10874"/>
          <ac:spMkLst>
            <pc:docMk/>
            <pc:sldMk cId="1358158804" sldId="277"/>
            <ac:spMk id="9" creationId="{2BC48A57-ABA9-F46B-A08F-59F61140CAC3}"/>
          </ac:spMkLst>
        </pc:spChg>
        <pc:spChg chg="add mod">
          <ac:chgData name="Patel, Mahi" userId="9e090592-0176-4fa1-babd-33ca2ddb72f9" providerId="ADAL" clId="{175FE9C2-17E3-47C7-B1FA-65265963A951}" dt="2026-04-30T00:16:45.552" v="10872"/>
          <ac:spMkLst>
            <pc:docMk/>
            <pc:sldMk cId="1358158804" sldId="277"/>
            <ac:spMk id="10" creationId="{A8D97BBC-F225-AFCF-3D98-FE6121A8A6B4}"/>
          </ac:spMkLst>
        </pc:spChg>
        <pc:spChg chg="add mod">
          <ac:chgData name="Patel, Mahi" userId="9e090592-0176-4fa1-babd-33ca2ddb72f9" providerId="ADAL" clId="{175FE9C2-17E3-47C7-B1FA-65265963A951}" dt="2026-04-30T02:36:25.245" v="11695" actId="404"/>
          <ac:spMkLst>
            <pc:docMk/>
            <pc:sldMk cId="1358158804" sldId="277"/>
            <ac:spMk id="11" creationId="{2F327FE6-3192-A5D2-C1F7-C518A9D9F54B}"/>
          </ac:spMkLst>
        </pc:spChg>
        <pc:spChg chg="add mod">
          <ac:chgData name="Patel, Mahi" userId="9e090592-0176-4fa1-babd-33ca2ddb72f9" providerId="ADAL" clId="{175FE9C2-17E3-47C7-B1FA-65265963A951}" dt="2026-04-30T02:35:31.618" v="11685" actId="404"/>
          <ac:spMkLst>
            <pc:docMk/>
            <pc:sldMk cId="1358158804" sldId="277"/>
            <ac:spMk id="12" creationId="{B869686C-34E2-8C66-D75C-92351EC70BA9}"/>
          </ac:spMkLst>
        </pc:spChg>
        <pc:spChg chg="add mod">
          <ac:chgData name="Patel, Mahi" userId="9e090592-0176-4fa1-babd-33ca2ddb72f9" providerId="ADAL" clId="{175FE9C2-17E3-47C7-B1FA-65265963A951}" dt="2026-04-30T02:36:44.250" v="11697" actId="13822"/>
          <ac:spMkLst>
            <pc:docMk/>
            <pc:sldMk cId="1358158804" sldId="277"/>
            <ac:spMk id="15" creationId="{4A9BD718-5182-79B4-C09E-C3E3A073C8EE}"/>
          </ac:spMkLst>
        </pc:spChg>
        <pc:spChg chg="add mod">
          <ac:chgData name="Patel, Mahi" userId="9e090592-0176-4fa1-babd-33ca2ddb72f9" providerId="ADAL" clId="{175FE9C2-17E3-47C7-B1FA-65265963A951}" dt="2026-04-30T02:36:38.513" v="11696" actId="13822"/>
          <ac:spMkLst>
            <pc:docMk/>
            <pc:sldMk cId="1358158804" sldId="277"/>
            <ac:spMk id="16" creationId="{76719133-ABCF-5DD2-8CFC-DD132D4731E3}"/>
          </ac:spMkLst>
        </pc:spChg>
        <pc:picChg chg="add del mod">
          <ac:chgData name="Patel, Mahi" userId="9e090592-0176-4fa1-babd-33ca2ddb72f9" providerId="ADAL" clId="{175FE9C2-17E3-47C7-B1FA-65265963A951}" dt="2026-04-30T02:27:11.898" v="11563" actId="22"/>
          <ac:picMkLst>
            <pc:docMk/>
            <pc:sldMk cId="1358158804" sldId="277"/>
            <ac:picMk id="14" creationId="{01E2818B-A0E3-36AD-1CB0-27882FE90293}"/>
          </ac:picMkLst>
        </pc:picChg>
      </pc:sldChg>
      <pc:sldChg chg="addSp delSp modSp new mod setBg modClrScheme chgLayout">
        <pc:chgData name="Patel, Mahi" userId="9e090592-0176-4fa1-babd-33ca2ddb72f9" providerId="ADAL" clId="{175FE9C2-17E3-47C7-B1FA-65265963A951}" dt="2026-04-30T02:46:52.778" v="12192" actId="26606"/>
        <pc:sldMkLst>
          <pc:docMk/>
          <pc:sldMk cId="3179648118" sldId="278"/>
        </pc:sldMkLst>
        <pc:spChg chg="del mod ord">
          <ac:chgData name="Patel, Mahi" userId="9e090592-0176-4fa1-babd-33ca2ddb72f9" providerId="ADAL" clId="{175FE9C2-17E3-47C7-B1FA-65265963A951}" dt="2026-04-30T02:39:03.460" v="11707" actId="700"/>
          <ac:spMkLst>
            <pc:docMk/>
            <pc:sldMk cId="3179648118" sldId="278"/>
            <ac:spMk id="2" creationId="{EBD29045-40AB-4C8D-3406-1EBECAFA38FD}"/>
          </ac:spMkLst>
        </pc:spChg>
        <pc:spChg chg="del">
          <ac:chgData name="Patel, Mahi" userId="9e090592-0176-4fa1-babd-33ca2ddb72f9" providerId="ADAL" clId="{175FE9C2-17E3-47C7-B1FA-65265963A951}" dt="2026-04-30T02:39:03.460" v="11707" actId="700"/>
          <ac:spMkLst>
            <pc:docMk/>
            <pc:sldMk cId="3179648118" sldId="278"/>
            <ac:spMk id="3" creationId="{4AF3EC73-C32F-2D84-FEC9-F24FE091474D}"/>
          </ac:spMkLst>
        </pc:spChg>
        <pc:spChg chg="del mod ord">
          <ac:chgData name="Patel, Mahi" userId="9e090592-0176-4fa1-babd-33ca2ddb72f9" providerId="ADAL" clId="{175FE9C2-17E3-47C7-B1FA-65265963A951}" dt="2026-04-30T02:39:03.460" v="11707" actId="700"/>
          <ac:spMkLst>
            <pc:docMk/>
            <pc:sldMk cId="3179648118" sldId="278"/>
            <ac:spMk id="4" creationId="{E42B9D99-35D7-F633-C4EC-F8AD0A9CCB1F}"/>
          </ac:spMkLst>
        </pc:spChg>
        <pc:spChg chg="del">
          <ac:chgData name="Patel, Mahi" userId="9e090592-0176-4fa1-babd-33ca2ddb72f9" providerId="ADAL" clId="{175FE9C2-17E3-47C7-B1FA-65265963A951}" dt="2026-04-30T02:39:03.460" v="11707" actId="700"/>
          <ac:spMkLst>
            <pc:docMk/>
            <pc:sldMk cId="3179648118" sldId="278"/>
            <ac:spMk id="5" creationId="{0F3203AD-C296-622F-B26B-975714E88030}"/>
          </ac:spMkLst>
        </pc:spChg>
        <pc:spChg chg="del">
          <ac:chgData name="Patel, Mahi" userId="9e090592-0176-4fa1-babd-33ca2ddb72f9" providerId="ADAL" clId="{175FE9C2-17E3-47C7-B1FA-65265963A951}" dt="2026-04-30T02:39:03.460" v="11707" actId="700"/>
          <ac:spMkLst>
            <pc:docMk/>
            <pc:sldMk cId="3179648118" sldId="278"/>
            <ac:spMk id="6" creationId="{0472CAB1-E5D6-EF4C-660A-EFFFB221680E}"/>
          </ac:spMkLst>
        </pc:spChg>
        <pc:spChg chg="add mod ord">
          <ac:chgData name="Patel, Mahi" userId="9e090592-0176-4fa1-babd-33ca2ddb72f9" providerId="ADAL" clId="{175FE9C2-17E3-47C7-B1FA-65265963A951}" dt="2026-04-30T02:46:52.778" v="12192" actId="26606"/>
          <ac:spMkLst>
            <pc:docMk/>
            <pc:sldMk cId="3179648118" sldId="278"/>
            <ac:spMk id="7" creationId="{C86B4717-D586-7050-4521-49BC9927EF0A}"/>
          </ac:spMkLst>
        </pc:spChg>
        <pc:spChg chg="add del mod ord">
          <ac:chgData name="Patel, Mahi" userId="9e090592-0176-4fa1-babd-33ca2ddb72f9" providerId="ADAL" clId="{175FE9C2-17E3-47C7-B1FA-65265963A951}" dt="2026-04-30T02:46:41.757" v="12190" actId="26606"/>
          <ac:spMkLst>
            <pc:docMk/>
            <pc:sldMk cId="3179648118" sldId="278"/>
            <ac:spMk id="8" creationId="{61255A08-3640-AFE0-8F31-E06BF1A4A379}"/>
          </ac:spMkLst>
        </pc:spChg>
        <pc:graphicFrameChg chg="add del">
          <ac:chgData name="Patel, Mahi" userId="9e090592-0176-4fa1-babd-33ca2ddb72f9" providerId="ADAL" clId="{175FE9C2-17E3-47C7-B1FA-65265963A951}" dt="2026-04-30T02:46:37.743" v="12185" actId="26606"/>
          <ac:graphicFrameMkLst>
            <pc:docMk/>
            <pc:sldMk cId="3179648118" sldId="278"/>
            <ac:graphicFrameMk id="10" creationId="{C1FF1D12-304C-6A39-2AFF-1ECAA87269D4}"/>
          </ac:graphicFrameMkLst>
        </pc:graphicFrameChg>
        <pc:graphicFrameChg chg="add del">
          <ac:chgData name="Patel, Mahi" userId="9e090592-0176-4fa1-babd-33ca2ddb72f9" providerId="ADAL" clId="{175FE9C2-17E3-47C7-B1FA-65265963A951}" dt="2026-04-30T02:46:40.311" v="12187" actId="26606"/>
          <ac:graphicFrameMkLst>
            <pc:docMk/>
            <pc:sldMk cId="3179648118" sldId="278"/>
            <ac:graphicFrameMk id="12" creationId="{DBDE32C2-F819-41B5-44FD-78CBE294945E}"/>
          </ac:graphicFrameMkLst>
        </pc:graphicFrameChg>
        <pc:graphicFrameChg chg="add del">
          <ac:chgData name="Patel, Mahi" userId="9e090592-0176-4fa1-babd-33ca2ddb72f9" providerId="ADAL" clId="{175FE9C2-17E3-47C7-B1FA-65265963A951}" dt="2026-04-30T02:46:41.712" v="12189" actId="26606"/>
          <ac:graphicFrameMkLst>
            <pc:docMk/>
            <pc:sldMk cId="3179648118" sldId="278"/>
            <ac:graphicFrameMk id="14" creationId="{A3DEE098-C56D-1B1C-E476-7219924EC0B9}"/>
          </ac:graphicFrameMkLst>
        </pc:graphicFrameChg>
        <pc:graphicFrameChg chg="add mod modGraphic">
          <ac:chgData name="Patel, Mahi" userId="9e090592-0176-4fa1-babd-33ca2ddb72f9" providerId="ADAL" clId="{175FE9C2-17E3-47C7-B1FA-65265963A951}" dt="2026-04-30T02:46:52.778" v="12192" actId="26606"/>
          <ac:graphicFrameMkLst>
            <pc:docMk/>
            <pc:sldMk cId="3179648118" sldId="278"/>
            <ac:graphicFrameMk id="16" creationId="{DBDE32C2-F819-41B5-44FD-78CBE294945E}"/>
          </ac:graphicFrameMkLst>
        </pc:graphicFrameChg>
      </pc:sldChg>
      <pc:sldMasterChg chg="setBg delSldLayout">
        <pc:chgData name="Patel, Mahi" userId="9e090592-0176-4fa1-babd-33ca2ddb72f9" providerId="ADAL" clId="{175FE9C2-17E3-47C7-B1FA-65265963A951}" dt="2026-04-29T23:14:41.182" v="8423" actId="2696"/>
        <pc:sldMasterMkLst>
          <pc:docMk/>
          <pc:sldMasterMk cId="3872504049" sldId="2147483688"/>
        </pc:sldMasterMkLst>
      </pc:sldMasterChg>
    </pc:docChg>
  </pc:docChgLst>
  <pc:docChgLst>
    <pc:chgData name="Chauhan, Rahee" userId="S::rchau30@uic.edu::19e6aa6c-5bbd-4aff-b717-7a5e8b996896" providerId="AD" clId="Web-{7074748E-96F3-AAE0-801F-B3779ADC7E0B}"/>
    <pc:docChg chg="modSld">
      <pc:chgData name="Chauhan, Rahee" userId="S::rchau30@uic.edu::19e6aa6c-5bbd-4aff-b717-7a5e8b996896" providerId="AD" clId="Web-{7074748E-96F3-AAE0-801F-B3779ADC7E0B}" dt="2026-04-30T16:22:30.088" v="36" actId="1076"/>
      <pc:docMkLst>
        <pc:docMk/>
      </pc:docMkLst>
      <pc:sldChg chg="addSp delSp modSp">
        <pc:chgData name="Chauhan, Rahee" userId="S::rchau30@uic.edu::19e6aa6c-5bbd-4aff-b717-7a5e8b996896" providerId="AD" clId="Web-{7074748E-96F3-AAE0-801F-B3779ADC7E0B}" dt="2026-04-30T16:22:30.088" v="36" actId="1076"/>
        <pc:sldMkLst>
          <pc:docMk/>
          <pc:sldMk cId="3797426104" sldId="260"/>
        </pc:sldMkLst>
        <pc:spChg chg="mod ord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2" creationId="{7CCC28E6-6556-7B50-678A-48BE11AA11AD}"/>
          </ac:spMkLst>
        </pc:spChg>
        <pc:spChg chg="mod ord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3" creationId="{D9BFA52F-4BD3-3FF2-C498-C6BBEB63FF15}"/>
          </ac:spMkLst>
        </pc:spChg>
        <pc:spChg chg="add del">
          <ac:chgData name="Chauhan, Rahee" userId="S::rchau30@uic.edu::19e6aa6c-5bbd-4aff-b717-7a5e8b996896" providerId="AD" clId="Web-{7074748E-96F3-AAE0-801F-B3779ADC7E0B}" dt="2026-04-30T16:20:11.417" v="9"/>
          <ac:spMkLst>
            <pc:docMk/>
            <pc:sldMk cId="3797426104" sldId="260"/>
            <ac:spMk id="13" creationId="{7A1EB241-0852-428A-8A50-67737CA93843}"/>
          </ac:spMkLst>
        </pc:spChg>
        <pc:spChg chg="add del">
          <ac:chgData name="Chauhan, Rahee" userId="S::rchau30@uic.edu::19e6aa6c-5bbd-4aff-b717-7a5e8b996896" providerId="AD" clId="Web-{7074748E-96F3-AAE0-801F-B3779ADC7E0B}" dt="2026-04-30T16:19:50.901" v="8"/>
          <ac:spMkLst>
            <pc:docMk/>
            <pc:sldMk cId="3797426104" sldId="260"/>
            <ac:spMk id="15" creationId="{B2781548-0E4F-4401-A909-82EDF50DBED7}"/>
          </ac:spMkLst>
        </pc:spChg>
        <pc:spChg chg="add del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17" creationId="{33030110-5A0B-4476-9070-A890E1987977}"/>
          </ac:spMkLst>
        </pc:spChg>
        <pc:spChg chg="add del">
          <ac:chgData name="Chauhan, Rahee" userId="S::rchau30@uic.edu::19e6aa6c-5bbd-4aff-b717-7a5e8b996896" providerId="AD" clId="Web-{7074748E-96F3-AAE0-801F-B3779ADC7E0B}" dt="2026-04-30T16:20:11.417" v="9"/>
          <ac:spMkLst>
            <pc:docMk/>
            <pc:sldMk cId="3797426104" sldId="260"/>
            <ac:spMk id="19" creationId="{8A62BB49-05AD-4D45-B17B-258C19ADB610}"/>
          </ac:spMkLst>
        </pc:spChg>
        <pc:spChg chg="add del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21" creationId="{E44D4667-74B9-431D-AEC9-73B81BE1C818}"/>
          </ac:spMkLst>
        </pc:spChg>
        <pc:spChg chg="add del">
          <ac:chgData name="Chauhan, Rahee" userId="S::rchau30@uic.edu::19e6aa6c-5bbd-4aff-b717-7a5e8b996896" providerId="AD" clId="Web-{7074748E-96F3-AAE0-801F-B3779ADC7E0B}" dt="2026-04-30T16:20:11.417" v="9"/>
          <ac:spMkLst>
            <pc:docMk/>
            <pc:sldMk cId="3797426104" sldId="260"/>
            <ac:spMk id="23" creationId="{44F447FB-106D-4BB6-B82F-880DB487A0B0}"/>
          </ac:spMkLst>
        </pc:spChg>
        <pc:spChg chg="add del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27" creationId="{1D8A0B00-C23D-433F-9C32-71C5D8F7B656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1.339" v="1"/>
          <ac:spMkLst>
            <pc:docMk/>
            <pc:sldMk cId="3797426104" sldId="260"/>
            <ac:spMk id="32" creationId="{7A1EB241-0852-428A-8A50-67737CA93843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1.339" v="1"/>
          <ac:spMkLst>
            <pc:docMk/>
            <pc:sldMk cId="3797426104" sldId="260"/>
            <ac:spMk id="34" creationId="{7A23EDC2-E1E5-4C5D-9C74-714516AF52DC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1.339" v="1"/>
          <ac:spMkLst>
            <pc:docMk/>
            <pc:sldMk cId="3797426104" sldId="260"/>
            <ac:spMk id="38" creationId="{33030110-5A0B-4476-9070-A890E1987977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1.339" v="1"/>
          <ac:spMkLst>
            <pc:docMk/>
            <pc:sldMk cId="3797426104" sldId="260"/>
            <ac:spMk id="43" creationId="{44F447FB-106D-4BB6-B82F-880DB487A0B0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1.339" v="1"/>
          <ac:spMkLst>
            <pc:docMk/>
            <pc:sldMk cId="3797426104" sldId="260"/>
            <ac:spMk id="46" creationId="{1D8A0B00-C23D-433F-9C32-71C5D8F7B656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4.370" v="3"/>
          <ac:spMkLst>
            <pc:docMk/>
            <pc:sldMk cId="3797426104" sldId="260"/>
            <ac:spMk id="71" creationId="{B2781548-0E4F-4401-A909-82EDF50DBED7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4.370" v="3"/>
          <ac:spMkLst>
            <pc:docMk/>
            <pc:sldMk cId="3797426104" sldId="260"/>
            <ac:spMk id="78" creationId="{33030110-5A0B-4476-9070-A890E1987977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4.370" v="3"/>
          <ac:spMkLst>
            <pc:docMk/>
            <pc:sldMk cId="3797426104" sldId="260"/>
            <ac:spMk id="87" creationId="{0A08DAED-6222-40F8-97FA-1474D91F18FB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4.370" v="3"/>
          <ac:spMkLst>
            <pc:docMk/>
            <pc:sldMk cId="3797426104" sldId="260"/>
            <ac:spMk id="96" creationId="{B9EA7D0C-D986-4DAE-813C-903CF7A31A1D}"/>
          </ac:spMkLst>
        </pc:spChg>
        <pc:spChg chg="add del">
          <ac:chgData name="Chauhan, Rahee" userId="S::rchau30@uic.edu::19e6aa6c-5bbd-4aff-b717-7a5e8b996896" providerId="AD" clId="Web-{7074748E-96F3-AAE0-801F-B3779ADC7E0B}" dt="2026-04-30T16:19:24.370" v="3"/>
          <ac:spMkLst>
            <pc:docMk/>
            <pc:sldMk cId="3797426104" sldId="260"/>
            <ac:spMk id="98" creationId="{7D04E7CE-C66B-49FC-8E37-3A08EF9A5CAD}"/>
          </ac:spMkLst>
        </pc:spChg>
        <pc:spChg chg="add del">
          <ac:chgData name="Chauhan, Rahee" userId="S::rchau30@uic.edu::19e6aa6c-5bbd-4aff-b717-7a5e8b996896" providerId="AD" clId="Web-{7074748E-96F3-AAE0-801F-B3779ADC7E0B}" dt="2026-04-30T16:19:32.620" v="5"/>
          <ac:spMkLst>
            <pc:docMk/>
            <pc:sldMk cId="3797426104" sldId="260"/>
            <ac:spMk id="100" creationId="{4126825C-C353-4D81-8E07-98E05DBA13B9}"/>
          </ac:spMkLst>
        </pc:spChg>
        <pc:spChg chg="add del">
          <ac:chgData name="Chauhan, Rahee" userId="S::rchau30@uic.edu::19e6aa6c-5bbd-4aff-b717-7a5e8b996896" providerId="AD" clId="Web-{7074748E-96F3-AAE0-801F-B3779ADC7E0B}" dt="2026-04-30T16:19:32.620" v="5"/>
          <ac:spMkLst>
            <pc:docMk/>
            <pc:sldMk cId="3797426104" sldId="260"/>
            <ac:spMk id="101" creationId="{C0ADCA04-5B25-4F5E-9F91-4EE56EC95B8A}"/>
          </ac:spMkLst>
        </pc:spChg>
        <pc:spChg chg="add del">
          <ac:chgData name="Chauhan, Rahee" userId="S::rchau30@uic.edu::19e6aa6c-5bbd-4aff-b717-7a5e8b996896" providerId="AD" clId="Web-{7074748E-96F3-AAE0-801F-B3779ADC7E0B}" dt="2026-04-30T16:19:32.620" v="5"/>
          <ac:spMkLst>
            <pc:docMk/>
            <pc:sldMk cId="3797426104" sldId="260"/>
            <ac:spMk id="102" creationId="{5DB20E88-3AE1-4383-86CB-932E77207103}"/>
          </ac:spMkLst>
        </pc:spChg>
        <pc:spChg chg="add del">
          <ac:chgData name="Chauhan, Rahee" userId="S::rchau30@uic.edu::19e6aa6c-5bbd-4aff-b717-7a5e8b996896" providerId="AD" clId="Web-{7074748E-96F3-AAE0-801F-B3779ADC7E0B}" dt="2026-04-30T16:19:32.620" v="5"/>
          <ac:spMkLst>
            <pc:docMk/>
            <pc:sldMk cId="3797426104" sldId="260"/>
            <ac:spMk id="105" creationId="{C417599E-E836-4F68-B262-6293100BD4ED}"/>
          </ac:spMkLst>
        </pc:spChg>
        <pc:spChg chg="add del">
          <ac:chgData name="Chauhan, Rahee" userId="S::rchau30@uic.edu::19e6aa6c-5bbd-4aff-b717-7a5e8b996896" providerId="AD" clId="Web-{7074748E-96F3-AAE0-801F-B3779ADC7E0B}" dt="2026-04-30T16:19:50.886" v="7"/>
          <ac:spMkLst>
            <pc:docMk/>
            <pc:sldMk cId="3797426104" sldId="260"/>
            <ac:spMk id="108" creationId="{C0ADCA04-5B25-4F5E-9F91-4EE56EC95B8A}"/>
          </ac:spMkLst>
        </pc:spChg>
        <pc:spChg chg="add del">
          <ac:chgData name="Chauhan, Rahee" userId="S::rchau30@uic.edu::19e6aa6c-5bbd-4aff-b717-7a5e8b996896" providerId="AD" clId="Web-{7074748E-96F3-AAE0-801F-B3779ADC7E0B}" dt="2026-04-30T16:19:50.886" v="7"/>
          <ac:spMkLst>
            <pc:docMk/>
            <pc:sldMk cId="3797426104" sldId="260"/>
            <ac:spMk id="110" creationId="{D44FA37E-2ADD-4392-ABF7-BEC52F5660A0}"/>
          </ac:spMkLst>
        </pc:spChg>
        <pc:spChg chg="add del">
          <ac:chgData name="Chauhan, Rahee" userId="S::rchau30@uic.edu::19e6aa6c-5bbd-4aff-b717-7a5e8b996896" providerId="AD" clId="Web-{7074748E-96F3-AAE0-801F-B3779ADC7E0B}" dt="2026-04-30T16:19:50.886" v="7"/>
          <ac:spMkLst>
            <pc:docMk/>
            <pc:sldMk cId="3797426104" sldId="260"/>
            <ac:spMk id="111" creationId="{F17C8882-E65C-41F2-89EE-DF6B3880E492}"/>
          </ac:spMkLst>
        </pc:spChg>
        <pc:spChg chg="add del">
          <ac:chgData name="Chauhan, Rahee" userId="S::rchau30@uic.edu::19e6aa6c-5bbd-4aff-b717-7a5e8b996896" providerId="AD" clId="Web-{7074748E-96F3-AAE0-801F-B3779ADC7E0B}" dt="2026-04-30T16:20:11.417" v="9"/>
          <ac:spMkLst>
            <pc:docMk/>
            <pc:sldMk cId="3797426104" sldId="260"/>
            <ac:spMk id="118" creationId="{B1906140-F973-439A-8156-4F48FCE47743}"/>
          </ac:spMkLst>
        </pc:spChg>
        <pc:spChg chg="del">
          <ac:chgData name="Chauhan, Rahee" userId="S::rchau30@uic.edu::19e6aa6c-5bbd-4aff-b717-7a5e8b996896" providerId="AD" clId="Web-{7074748E-96F3-AAE0-801F-B3779ADC7E0B}" dt="2026-04-30T16:20:11.417" v="9"/>
          <ac:spMkLst>
            <pc:docMk/>
            <pc:sldMk cId="3797426104" sldId="260"/>
            <ac:spMk id="119" creationId="{143BD0C5-D845-4004-ACB7-BD2F9174DDA3}"/>
          </ac:spMkLst>
        </pc:spChg>
        <pc:spChg chg="add del">
          <ac:chgData name="Chauhan, Rahee" userId="S::rchau30@uic.edu::19e6aa6c-5bbd-4aff-b717-7a5e8b996896" providerId="AD" clId="Web-{7074748E-96F3-AAE0-801F-B3779ADC7E0B}" dt="2026-04-30T16:20:11.417" v="9"/>
          <ac:spMkLst>
            <pc:docMk/>
            <pc:sldMk cId="3797426104" sldId="260"/>
            <ac:spMk id="120" creationId="{C984B34C-CF6A-4647-B112-F6F8B68FE0D8}"/>
          </ac:spMkLst>
        </pc:spChg>
        <pc:spChg chg="add del">
          <ac:chgData name="Chauhan, Rahee" userId="S::rchau30@uic.edu::19e6aa6c-5bbd-4aff-b717-7a5e8b996896" providerId="AD" clId="Web-{7074748E-96F3-AAE0-801F-B3779ADC7E0B}" dt="2026-04-30T16:20:11.417" v="9"/>
          <ac:spMkLst>
            <pc:docMk/>
            <pc:sldMk cId="3797426104" sldId="260"/>
            <ac:spMk id="121" creationId="{0B7740F6-2D83-4574-9A7F-04A98094B5E8}"/>
          </ac:spMkLst>
        </pc:spChg>
        <pc:spChg chg="add del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123" creationId="{7A1EB241-0852-428A-8A50-67737CA93843}"/>
          </ac:spMkLst>
        </pc:spChg>
        <pc:spChg chg="add del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124" creationId="{7A23EDC2-E1E5-4C5D-9C74-714516AF52DC}"/>
          </ac:spMkLst>
        </pc:spChg>
        <pc:spChg chg="add del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125" creationId="{B2781548-0E4F-4401-A909-82EDF50DBED7}"/>
          </ac:spMkLst>
        </pc:spChg>
        <pc:spChg chg="add del">
          <ac:chgData name="Chauhan, Rahee" userId="S::rchau30@uic.edu::19e6aa6c-5bbd-4aff-b717-7a5e8b996896" providerId="AD" clId="Web-{7074748E-96F3-AAE0-801F-B3779ADC7E0B}" dt="2026-04-30T16:21:35.792" v="22"/>
          <ac:spMkLst>
            <pc:docMk/>
            <pc:sldMk cId="3797426104" sldId="260"/>
            <ac:spMk id="126" creationId="{33030110-5A0B-4476-9070-A890E1987977}"/>
          </ac:spMkLst>
        </pc:spChg>
        <pc:spChg chg="add del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127" creationId="{4EAEB5B0-780F-43B2-99A4-7BFB4FACC614}"/>
          </ac:spMkLst>
        </pc:spChg>
        <pc:spChg chg="add del">
          <ac:chgData name="Chauhan, Rahee" userId="S::rchau30@uic.edu::19e6aa6c-5bbd-4aff-b717-7a5e8b996896" providerId="AD" clId="Web-{7074748E-96F3-AAE0-801F-B3779ADC7E0B}" dt="2026-04-30T16:21:53.135" v="29"/>
          <ac:spMkLst>
            <pc:docMk/>
            <pc:sldMk cId="3797426104" sldId="260"/>
            <ac:spMk id="128" creationId="{5A6BE90F-C14C-4A57-94B7-DE68CD2F525E}"/>
          </ac:spMkLst>
        </pc:spChg>
        <pc:spChg chg="add del">
          <ac:chgData name="Chauhan, Rahee" userId="S::rchau30@uic.edu::19e6aa6c-5bbd-4aff-b717-7a5e8b996896" providerId="AD" clId="Web-{7074748E-96F3-AAE0-801F-B3779ADC7E0B}" dt="2026-04-30T16:21:35.792" v="22"/>
          <ac:spMkLst>
            <pc:docMk/>
            <pc:sldMk cId="3797426104" sldId="260"/>
            <ac:spMk id="130" creationId="{1D1DCD65-4B84-4395-99D2-521E6E5F44FA}"/>
          </ac:spMkLst>
        </pc:spChg>
        <pc:spChg chg="add del">
          <ac:chgData name="Chauhan, Rahee" userId="S::rchau30@uic.edu::19e6aa6c-5bbd-4aff-b717-7a5e8b996896" providerId="AD" clId="Web-{7074748E-96F3-AAE0-801F-B3779ADC7E0B}" dt="2026-04-30T16:20:49.511" v="16"/>
          <ac:spMkLst>
            <pc:docMk/>
            <pc:sldMk cId="3797426104" sldId="260"/>
            <ac:spMk id="135" creationId="{7A1EB241-0852-428A-8A50-67737CA93843}"/>
          </ac:spMkLst>
        </pc:spChg>
        <pc:spChg chg="add del">
          <ac:chgData name="Chauhan, Rahee" userId="S::rchau30@uic.edu::19e6aa6c-5bbd-4aff-b717-7a5e8b996896" providerId="AD" clId="Web-{7074748E-96F3-AAE0-801F-B3779ADC7E0B}" dt="2026-04-30T16:20:49.511" v="16"/>
          <ac:spMkLst>
            <pc:docMk/>
            <pc:sldMk cId="3797426104" sldId="260"/>
            <ac:spMk id="139" creationId="{B2781548-0E4F-4401-A909-82EDF50DBED7}"/>
          </ac:spMkLst>
        </pc:spChg>
        <pc:spChg chg="add del">
          <ac:chgData name="Chauhan, Rahee" userId="S::rchau30@uic.edu::19e6aa6c-5bbd-4aff-b717-7a5e8b996896" providerId="AD" clId="Web-{7074748E-96F3-AAE0-801F-B3779ADC7E0B}" dt="2026-04-30T16:20:49.511" v="16"/>
          <ac:spMkLst>
            <pc:docMk/>
            <pc:sldMk cId="3797426104" sldId="260"/>
            <ac:spMk id="141" creationId="{33030110-5A0B-4476-9070-A890E1987977}"/>
          </ac:spMkLst>
        </pc:spChg>
        <pc:spChg chg="add del">
          <ac:chgData name="Chauhan, Rahee" userId="S::rchau30@uic.edu::19e6aa6c-5bbd-4aff-b717-7a5e8b996896" providerId="AD" clId="Web-{7074748E-96F3-AAE0-801F-B3779ADC7E0B}" dt="2026-04-30T16:20:49.511" v="16"/>
          <ac:spMkLst>
            <pc:docMk/>
            <pc:sldMk cId="3797426104" sldId="260"/>
            <ac:spMk id="145" creationId="{5A6BE90F-C14C-4A57-94B7-DE68CD2F525E}"/>
          </ac:spMkLst>
        </pc:spChg>
        <pc:spChg chg="add del">
          <ac:chgData name="Chauhan, Rahee" userId="S::rchau30@uic.edu::19e6aa6c-5bbd-4aff-b717-7a5e8b996896" providerId="AD" clId="Web-{7074748E-96F3-AAE0-801F-B3779ADC7E0B}" dt="2026-04-30T16:20:49.511" v="16"/>
          <ac:spMkLst>
            <pc:docMk/>
            <pc:sldMk cId="3797426104" sldId="260"/>
            <ac:spMk id="147" creationId="{EB9F518E-BABF-4AF2-BB4B-F66CF75B4B5E}"/>
          </ac:spMkLst>
        </pc:spChg>
        <pc:spChg chg="add del">
          <ac:chgData name="Chauhan, Rahee" userId="S::rchau30@uic.edu::19e6aa6c-5bbd-4aff-b717-7a5e8b996896" providerId="AD" clId="Web-{7074748E-96F3-AAE0-801F-B3779ADC7E0B}" dt="2026-04-30T16:21:02.807" v="18"/>
          <ac:spMkLst>
            <pc:docMk/>
            <pc:sldMk cId="3797426104" sldId="260"/>
            <ac:spMk id="151" creationId="{7A1EB241-0852-428A-8A50-67737CA93843}"/>
          </ac:spMkLst>
        </pc:spChg>
        <pc:spChg chg="add del">
          <ac:chgData name="Chauhan, Rahee" userId="S::rchau30@uic.edu::19e6aa6c-5bbd-4aff-b717-7a5e8b996896" providerId="AD" clId="Web-{7074748E-96F3-AAE0-801F-B3779ADC7E0B}" dt="2026-04-30T16:21:02.807" v="18"/>
          <ac:spMkLst>
            <pc:docMk/>
            <pc:sldMk cId="3797426104" sldId="260"/>
            <ac:spMk id="153" creationId="{B2781548-0E4F-4401-A909-82EDF50DBED7}"/>
          </ac:spMkLst>
        </pc:spChg>
        <pc:spChg chg="add del">
          <ac:chgData name="Chauhan, Rahee" userId="S::rchau30@uic.edu::19e6aa6c-5bbd-4aff-b717-7a5e8b996896" providerId="AD" clId="Web-{7074748E-96F3-AAE0-801F-B3779ADC7E0B}" dt="2026-04-30T16:21:02.807" v="18"/>
          <ac:spMkLst>
            <pc:docMk/>
            <pc:sldMk cId="3797426104" sldId="260"/>
            <ac:spMk id="155" creationId="{260791CB-687F-4FAB-A273-531D45CFF7BA}"/>
          </ac:spMkLst>
        </pc:spChg>
        <pc:spChg chg="add del">
          <ac:chgData name="Chauhan, Rahee" userId="S::rchau30@uic.edu::19e6aa6c-5bbd-4aff-b717-7a5e8b996896" providerId="AD" clId="Web-{7074748E-96F3-AAE0-801F-B3779ADC7E0B}" dt="2026-04-30T16:21:02.807" v="18"/>
          <ac:spMkLst>
            <pc:docMk/>
            <pc:sldMk cId="3797426104" sldId="260"/>
            <ac:spMk id="156" creationId="{507CACE0-A8A7-4BCC-B85C-C292C687CECD}"/>
          </ac:spMkLst>
        </pc:spChg>
        <pc:spChg chg="add del">
          <ac:chgData name="Chauhan, Rahee" userId="S::rchau30@uic.edu::19e6aa6c-5bbd-4aff-b717-7a5e8b996896" providerId="AD" clId="Web-{7074748E-96F3-AAE0-801F-B3779ADC7E0B}" dt="2026-04-30T16:21:09.776" v="20"/>
          <ac:spMkLst>
            <pc:docMk/>
            <pc:sldMk cId="3797426104" sldId="260"/>
            <ac:spMk id="160" creationId="{4126825C-C353-4D81-8E07-98E05DBA13B9}"/>
          </ac:spMkLst>
        </pc:spChg>
        <pc:spChg chg="add del">
          <ac:chgData name="Chauhan, Rahee" userId="S::rchau30@uic.edu::19e6aa6c-5bbd-4aff-b717-7a5e8b996896" providerId="AD" clId="Web-{7074748E-96F3-AAE0-801F-B3779ADC7E0B}" dt="2026-04-30T16:21:09.776" v="20"/>
          <ac:spMkLst>
            <pc:docMk/>
            <pc:sldMk cId="3797426104" sldId="260"/>
            <ac:spMk id="161" creationId="{C0ADCA04-5B25-4F5E-9F91-4EE56EC95B8A}"/>
          </ac:spMkLst>
        </pc:spChg>
        <pc:spChg chg="add del">
          <ac:chgData name="Chauhan, Rahee" userId="S::rchau30@uic.edu::19e6aa6c-5bbd-4aff-b717-7a5e8b996896" providerId="AD" clId="Web-{7074748E-96F3-AAE0-801F-B3779ADC7E0B}" dt="2026-04-30T16:21:09.776" v="20"/>
          <ac:spMkLst>
            <pc:docMk/>
            <pc:sldMk cId="3797426104" sldId="260"/>
            <ac:spMk id="163" creationId="{D44FA37E-2ADD-4392-ABF7-BEC52F5660A0}"/>
          </ac:spMkLst>
        </pc:spChg>
        <pc:spChg chg="del">
          <ac:chgData name="Chauhan, Rahee" userId="S::rchau30@uic.edu::19e6aa6c-5bbd-4aff-b717-7a5e8b996896" providerId="AD" clId="Web-{7074748E-96F3-AAE0-801F-B3779ADC7E0B}" dt="2026-04-30T16:21:35.792" v="22"/>
          <ac:spMkLst>
            <pc:docMk/>
            <pc:sldMk cId="3797426104" sldId="260"/>
            <ac:spMk id="168" creationId="{4126825C-C353-4D81-8E07-98E05DBA13B9}"/>
          </ac:spMkLst>
        </pc:spChg>
        <pc:spChg chg="add del">
          <ac:chgData name="Chauhan, Rahee" userId="S::rchau30@uic.edu::19e6aa6c-5bbd-4aff-b717-7a5e8b996896" providerId="AD" clId="Web-{7074748E-96F3-AAE0-801F-B3779ADC7E0B}" dt="2026-04-30T16:21:35.792" v="22"/>
          <ac:spMkLst>
            <pc:docMk/>
            <pc:sldMk cId="3797426104" sldId="260"/>
            <ac:spMk id="169" creationId="{C0ADCA04-5B25-4F5E-9F91-4EE56EC95B8A}"/>
          </ac:spMkLst>
        </pc:spChg>
        <pc:spChg chg="add del">
          <ac:chgData name="Chauhan, Rahee" userId="S::rchau30@uic.edu::19e6aa6c-5bbd-4aff-b717-7a5e8b996896" providerId="AD" clId="Web-{7074748E-96F3-AAE0-801F-B3779ADC7E0B}" dt="2026-04-30T16:21:35.792" v="22"/>
          <ac:spMkLst>
            <pc:docMk/>
            <pc:sldMk cId="3797426104" sldId="260"/>
            <ac:spMk id="170" creationId="{5DB20E88-3AE1-4383-86CB-932E77207103}"/>
          </ac:spMkLst>
        </pc:spChg>
        <pc:spChg chg="add">
          <ac:chgData name="Chauhan, Rahee" userId="S::rchau30@uic.edu::19e6aa6c-5bbd-4aff-b717-7a5e8b996896" providerId="AD" clId="Web-{7074748E-96F3-AAE0-801F-B3779ADC7E0B}" dt="2026-04-30T16:21:09.776" v="21"/>
          <ac:spMkLst>
            <pc:docMk/>
            <pc:sldMk cId="3797426104" sldId="260"/>
            <ac:spMk id="172" creationId="{14A0C057-32F2-4104-B6D7-792E652C9868}"/>
          </ac:spMkLst>
        </pc:spChg>
        <pc:spChg chg="add del">
          <ac:chgData name="Chauhan, Rahee" userId="S::rchau30@uic.edu::19e6aa6c-5bbd-4aff-b717-7a5e8b996896" providerId="AD" clId="Web-{7074748E-96F3-AAE0-801F-B3779ADC7E0B}" dt="2026-04-30T16:21:46.588" v="24"/>
          <ac:spMkLst>
            <pc:docMk/>
            <pc:sldMk cId="3797426104" sldId="260"/>
            <ac:spMk id="176" creationId="{7A23EDC2-E1E5-4C5D-9C74-714516AF52DC}"/>
          </ac:spMkLst>
        </pc:spChg>
        <pc:spChg chg="add del">
          <ac:chgData name="Chauhan, Rahee" userId="S::rchau30@uic.edu::19e6aa6c-5bbd-4aff-b717-7a5e8b996896" providerId="AD" clId="Web-{7074748E-96F3-AAE0-801F-B3779ADC7E0B}" dt="2026-04-30T16:21:46.588" v="24"/>
          <ac:spMkLst>
            <pc:docMk/>
            <pc:sldMk cId="3797426104" sldId="260"/>
            <ac:spMk id="177" creationId="{B2781548-0E4F-4401-A909-82EDF50DBED7}"/>
          </ac:spMkLst>
        </pc:spChg>
        <pc:spChg chg="add del">
          <ac:chgData name="Chauhan, Rahee" userId="S::rchau30@uic.edu::19e6aa6c-5bbd-4aff-b717-7a5e8b996896" providerId="AD" clId="Web-{7074748E-96F3-AAE0-801F-B3779ADC7E0B}" dt="2026-04-30T16:21:46.588" v="24"/>
          <ac:spMkLst>
            <pc:docMk/>
            <pc:sldMk cId="3797426104" sldId="260"/>
            <ac:spMk id="178" creationId="{33030110-5A0B-4476-9070-A890E1987977}"/>
          </ac:spMkLst>
        </pc:spChg>
        <pc:spChg chg="add del">
          <ac:chgData name="Chauhan, Rahee" userId="S::rchau30@uic.edu::19e6aa6c-5bbd-4aff-b717-7a5e8b996896" providerId="AD" clId="Web-{7074748E-96F3-AAE0-801F-B3779ADC7E0B}" dt="2026-04-30T16:21:46.588" v="24"/>
          <ac:spMkLst>
            <pc:docMk/>
            <pc:sldMk cId="3797426104" sldId="260"/>
            <ac:spMk id="180" creationId="{E44D4667-74B9-431D-AEC9-73B81BE1C818}"/>
          </ac:spMkLst>
        </pc:spChg>
        <pc:spChg chg="add del">
          <ac:chgData name="Chauhan, Rahee" userId="S::rchau30@uic.edu::19e6aa6c-5bbd-4aff-b717-7a5e8b996896" providerId="AD" clId="Web-{7074748E-96F3-AAE0-801F-B3779ADC7E0B}" dt="2026-04-30T16:21:46.588" v="24"/>
          <ac:spMkLst>
            <pc:docMk/>
            <pc:sldMk cId="3797426104" sldId="260"/>
            <ac:spMk id="182" creationId="{1D8A0B00-C23D-433F-9C32-71C5D8F7B656}"/>
          </ac:spMkLst>
        </pc:spChg>
        <pc:picChg chg="mod">
          <ac:chgData name="Chauhan, Rahee" userId="S::rchau30@uic.edu::19e6aa6c-5bbd-4aff-b717-7a5e8b996896" providerId="AD" clId="Web-{7074748E-96F3-AAE0-801F-B3779ADC7E0B}" dt="2026-04-30T16:22:30.088" v="36" actId="1076"/>
          <ac:picMkLst>
            <pc:docMk/>
            <pc:sldMk cId="3797426104" sldId="260"/>
            <ac:picMk id="9" creationId="{8ECB00C1-CA57-7925-5E71-2024B781AC57}"/>
          </ac:picMkLst>
        </pc:picChg>
        <pc:picChg chg="mod">
          <ac:chgData name="Chauhan, Rahee" userId="S::rchau30@uic.edu::19e6aa6c-5bbd-4aff-b717-7a5e8b996896" providerId="AD" clId="Web-{7074748E-96F3-AAE0-801F-B3779ADC7E0B}" dt="2026-04-30T16:22:13.870" v="34" actId="14100"/>
          <ac:picMkLst>
            <pc:docMk/>
            <pc:sldMk cId="3797426104" sldId="260"/>
            <ac:picMk id="11" creationId="{1A8EA065-CD4C-D605-10D1-A7BF5D8B8C56}"/>
          </ac:picMkLst>
        </pc:picChg>
      </pc:sldChg>
    </pc:docChg>
  </pc:docChgLst>
  <pc:docChgLst>
    <pc:chgData name="Chauhan, Rahee" userId="S::rchau30@uic.edu::19e6aa6c-5bbd-4aff-b717-7a5e8b996896" providerId="AD" clId="Web-{1BF60B6D-CF21-0D57-954B-5CDC285CEE73}"/>
    <pc:docChg chg="addSld delSld modSld modSection">
      <pc:chgData name="Chauhan, Rahee" userId="S::rchau30@uic.edu::19e6aa6c-5bbd-4aff-b717-7a5e8b996896" providerId="AD" clId="Web-{1BF60B6D-CF21-0D57-954B-5CDC285CEE73}" dt="2026-04-30T20:18:40.296" v="64" actId="14100"/>
      <pc:docMkLst>
        <pc:docMk/>
      </pc:docMkLst>
      <pc:sldChg chg="addSp delSp modSp">
        <pc:chgData name="Chauhan, Rahee" userId="S::rchau30@uic.edu::19e6aa6c-5bbd-4aff-b717-7a5e8b996896" providerId="AD" clId="Web-{1BF60B6D-CF21-0D57-954B-5CDC285CEE73}" dt="2026-04-30T20:18:40.296" v="64" actId="14100"/>
        <pc:sldMkLst>
          <pc:docMk/>
          <pc:sldMk cId="2207820393" sldId="273"/>
        </pc:sldMkLst>
        <pc:spChg chg="mod">
          <ac:chgData name="Chauhan, Rahee" userId="S::rchau30@uic.edu::19e6aa6c-5bbd-4aff-b717-7a5e8b996896" providerId="AD" clId="Web-{1BF60B6D-CF21-0D57-954B-5CDC285CEE73}" dt="2026-04-30T20:15:32.876" v="42"/>
          <ac:spMkLst>
            <pc:docMk/>
            <pc:sldMk cId="2207820393" sldId="273"/>
            <ac:spMk id="2" creationId="{9BC24A1A-1CF8-39B7-24F9-E3D1D2B87EF1}"/>
          </ac:spMkLst>
        </pc:spChg>
        <pc:spChg chg="add del">
          <ac:chgData name="Chauhan, Rahee" userId="S::rchau30@uic.edu::19e6aa6c-5bbd-4aff-b717-7a5e8b996896" providerId="AD" clId="Web-{1BF60B6D-CF21-0D57-954B-5CDC285CEE73}" dt="2026-04-30T20:16:03.313" v="49"/>
          <ac:spMkLst>
            <pc:docMk/>
            <pc:sldMk cId="2207820393" sldId="273"/>
            <ac:spMk id="51" creationId="{8F404549-B4DC-481C-926C-DED3EF1C585B}"/>
          </ac:spMkLst>
        </pc:spChg>
        <pc:spChg chg="add del">
          <ac:chgData name="Chauhan, Rahee" userId="S::rchau30@uic.edu::19e6aa6c-5bbd-4aff-b717-7a5e8b996896" providerId="AD" clId="Web-{1BF60B6D-CF21-0D57-954B-5CDC285CEE73}" dt="2026-04-30T20:16:03.313" v="49"/>
          <ac:spMkLst>
            <pc:docMk/>
            <pc:sldMk cId="2207820393" sldId="273"/>
            <ac:spMk id="53" creationId="{1E8FD5CD-351E-4B06-8B78-BD5102D00908}"/>
          </ac:spMkLst>
        </pc:spChg>
        <pc:spChg chg="add del">
          <ac:chgData name="Chauhan, Rahee" userId="S::rchau30@uic.edu::19e6aa6c-5bbd-4aff-b717-7a5e8b996896" providerId="AD" clId="Web-{1BF60B6D-CF21-0D57-954B-5CDC285CEE73}" dt="2026-04-30T20:16:03.266" v="48"/>
          <ac:spMkLst>
            <pc:docMk/>
            <pc:sldMk cId="2207820393" sldId="273"/>
            <ac:spMk id="58" creationId="{8F404549-B4DC-481C-926C-DED3EF1C585B}"/>
          </ac:spMkLst>
        </pc:spChg>
        <pc:spChg chg="add del">
          <ac:chgData name="Chauhan, Rahee" userId="S::rchau30@uic.edu::19e6aa6c-5bbd-4aff-b717-7a5e8b996896" providerId="AD" clId="Web-{1BF60B6D-CF21-0D57-954B-5CDC285CEE73}" dt="2026-04-30T20:16:03.266" v="48"/>
          <ac:spMkLst>
            <pc:docMk/>
            <pc:sldMk cId="2207820393" sldId="273"/>
            <ac:spMk id="60" creationId="{1E8FD5CD-351E-4B06-8B78-BD5102D00908}"/>
          </ac:spMkLst>
        </pc:spChg>
        <pc:spChg chg="add">
          <ac:chgData name="Chauhan, Rahee" userId="S::rchau30@uic.edu::19e6aa6c-5bbd-4aff-b717-7a5e8b996896" providerId="AD" clId="Web-{1BF60B6D-CF21-0D57-954B-5CDC285CEE73}" dt="2026-04-30T20:16:03.313" v="49"/>
          <ac:spMkLst>
            <pc:docMk/>
            <pc:sldMk cId="2207820393" sldId="273"/>
            <ac:spMk id="62" creationId="{8F404549-B4DC-481C-926C-DED3EF1C585B}"/>
          </ac:spMkLst>
        </pc:spChg>
        <pc:spChg chg="add">
          <ac:chgData name="Chauhan, Rahee" userId="S::rchau30@uic.edu::19e6aa6c-5bbd-4aff-b717-7a5e8b996896" providerId="AD" clId="Web-{1BF60B6D-CF21-0D57-954B-5CDC285CEE73}" dt="2026-04-30T20:16:03.313" v="49"/>
          <ac:spMkLst>
            <pc:docMk/>
            <pc:sldMk cId="2207820393" sldId="273"/>
            <ac:spMk id="63" creationId="{1E8FD5CD-351E-4B06-8B78-BD5102D00908}"/>
          </ac:spMkLst>
        </pc:spChg>
        <pc:graphicFrameChg chg="mod ord modGraphic">
          <ac:chgData name="Chauhan, Rahee" userId="S::rchau30@uic.edu::19e6aa6c-5bbd-4aff-b717-7a5e8b996896" providerId="AD" clId="Web-{1BF60B6D-CF21-0D57-954B-5CDC285CEE73}" dt="2026-04-30T20:16:03.313" v="49"/>
          <ac:graphicFrameMkLst>
            <pc:docMk/>
            <pc:sldMk cId="2207820393" sldId="273"/>
            <ac:graphicFrameMk id="5" creationId="{5632FD1F-F9BF-25D0-3C54-F3BF492AA49C}"/>
          </ac:graphicFrameMkLst>
        </pc:graphicFrameChg>
        <pc:picChg chg="add del mod">
          <ac:chgData name="Chauhan, Rahee" userId="S::rchau30@uic.edu::19e6aa6c-5bbd-4aff-b717-7a5e8b996896" providerId="AD" clId="Web-{1BF60B6D-CF21-0D57-954B-5CDC285CEE73}" dt="2026-04-30T20:17:04.171" v="55"/>
          <ac:picMkLst>
            <pc:docMk/>
            <pc:sldMk cId="2207820393" sldId="273"/>
            <ac:picMk id="46" creationId="{DB1A448B-3233-5F45-EE8B-F9EE220ED9C8}"/>
          </ac:picMkLst>
        </pc:picChg>
        <pc:picChg chg="add mod">
          <ac:chgData name="Chauhan, Rahee" userId="S::rchau30@uic.edu::19e6aa6c-5bbd-4aff-b717-7a5e8b996896" providerId="AD" clId="Web-{1BF60B6D-CF21-0D57-954B-5CDC285CEE73}" dt="2026-04-30T20:18:40.296" v="64" actId="14100"/>
          <ac:picMkLst>
            <pc:docMk/>
            <pc:sldMk cId="2207820393" sldId="273"/>
            <ac:picMk id="81" creationId="{FD1A1171-7302-EEC4-C32D-E7723B7FC1FA}"/>
          </ac:picMkLst>
        </pc:picChg>
      </pc:sldChg>
      <pc:sldChg chg="addSp delSp modSp new del mod setBg">
        <pc:chgData name="Chauhan, Rahee" userId="S::rchau30@uic.edu::19e6aa6c-5bbd-4aff-b717-7a5e8b996896" providerId="AD" clId="Web-{1BF60B6D-CF21-0D57-954B-5CDC285CEE73}" dt="2026-04-30T20:14:06.487" v="36"/>
        <pc:sldMkLst>
          <pc:docMk/>
          <pc:sldMk cId="4269594168" sldId="279"/>
        </pc:sldMkLst>
        <pc:spChg chg="mod ord">
          <ac:chgData name="Chauhan, Rahee" userId="S::rchau30@uic.edu::19e6aa6c-5bbd-4aff-b717-7a5e8b996896" providerId="AD" clId="Web-{1BF60B6D-CF21-0D57-954B-5CDC285CEE73}" dt="2026-04-30T20:02:00.599" v="11" actId="14100"/>
          <ac:spMkLst>
            <pc:docMk/>
            <pc:sldMk cId="4269594168" sldId="279"/>
            <ac:spMk id="2" creationId="{B39A2B95-ED10-D6A5-9E28-29403B16B372}"/>
          </ac:spMkLst>
        </pc:spChg>
        <pc:spChg chg="del">
          <ac:chgData name="Chauhan, Rahee" userId="S::rchau30@uic.edu::19e6aa6c-5bbd-4aff-b717-7a5e8b996896" providerId="AD" clId="Web-{1BF60B6D-CF21-0D57-954B-5CDC285CEE73}" dt="2026-04-30T19:58:19.866" v="1"/>
          <ac:spMkLst>
            <pc:docMk/>
            <pc:sldMk cId="4269594168" sldId="279"/>
            <ac:spMk id="3" creationId="{623B92BE-BB67-D565-CCAB-E55374A666AF}"/>
          </ac:spMkLst>
        </pc:spChg>
        <pc:spChg chg="add del mod">
          <ac:chgData name="Chauhan, Rahee" userId="S::rchau30@uic.edu::19e6aa6c-5bbd-4aff-b717-7a5e8b996896" providerId="AD" clId="Web-{1BF60B6D-CF21-0D57-954B-5CDC285CEE73}" dt="2026-04-30T20:09:14.816" v="17"/>
          <ac:spMkLst>
            <pc:docMk/>
            <pc:sldMk cId="4269594168" sldId="279"/>
            <ac:spMk id="6" creationId="{2D2DCB9C-3C9D-376B-8DA7-79EBC7AAC4F7}"/>
          </ac:spMkLst>
        </pc:spChg>
        <pc:spChg chg="add del">
          <ac:chgData name="Chauhan, Rahee" userId="S::rchau30@uic.edu::19e6aa6c-5bbd-4aff-b717-7a5e8b996896" providerId="AD" clId="Web-{1BF60B6D-CF21-0D57-954B-5CDC285CEE73}" dt="2026-04-30T20:00:12.443" v="9"/>
          <ac:spMkLst>
            <pc:docMk/>
            <pc:sldMk cId="4269594168" sldId="279"/>
            <ac:spMk id="9" creationId="{A078A52F-85EA-4C0B-962B-D9D9DD4DD78C}"/>
          </ac:spMkLst>
        </pc:spChg>
        <pc:spChg chg="add mod">
          <ac:chgData name="Chauhan, Rahee" userId="S::rchau30@uic.edu::19e6aa6c-5bbd-4aff-b717-7a5e8b996896" providerId="AD" clId="Web-{1BF60B6D-CF21-0D57-954B-5CDC285CEE73}" dt="2026-04-30T20:13:59.034" v="35" actId="20577"/>
          <ac:spMkLst>
            <pc:docMk/>
            <pc:sldMk cId="4269594168" sldId="279"/>
            <ac:spMk id="10" creationId="{C1CC35DA-2AD6-F42F-E8CD-8CD9AC52F136}"/>
          </ac:spMkLst>
        </pc:spChg>
        <pc:spChg chg="add del">
          <ac:chgData name="Chauhan, Rahee" userId="S::rchau30@uic.edu::19e6aa6c-5bbd-4aff-b717-7a5e8b996896" providerId="AD" clId="Web-{1BF60B6D-CF21-0D57-954B-5CDC285CEE73}" dt="2026-04-30T20:00:12.443" v="9"/>
          <ac:spMkLst>
            <pc:docMk/>
            <pc:sldMk cId="4269594168" sldId="279"/>
            <ac:spMk id="11" creationId="{919797D5-5700-4683-B30A-5B4D56CB8270}"/>
          </ac:spMkLst>
        </pc:spChg>
        <pc:spChg chg="add del">
          <ac:chgData name="Chauhan, Rahee" userId="S::rchau30@uic.edu::19e6aa6c-5bbd-4aff-b717-7a5e8b996896" providerId="AD" clId="Web-{1BF60B6D-CF21-0D57-954B-5CDC285CEE73}" dt="2026-04-30T20:00:12.443" v="9"/>
          <ac:spMkLst>
            <pc:docMk/>
            <pc:sldMk cId="4269594168" sldId="279"/>
            <ac:spMk id="13" creationId="{4856A7B9-9801-42EC-A4C9-7E22A56EF53D}"/>
          </ac:spMkLst>
        </pc:spChg>
        <pc:spChg chg="add del">
          <ac:chgData name="Chauhan, Rahee" userId="S::rchau30@uic.edu::19e6aa6c-5bbd-4aff-b717-7a5e8b996896" providerId="AD" clId="Web-{1BF60B6D-CF21-0D57-954B-5CDC285CEE73}" dt="2026-04-30T20:00:12.443" v="9"/>
          <ac:spMkLst>
            <pc:docMk/>
            <pc:sldMk cId="4269594168" sldId="279"/>
            <ac:spMk id="15" creationId="{8AD54DB8-C150-4290-85D6-F5B0262BFEEF}"/>
          </ac:spMkLst>
        </pc:spChg>
        <pc:spChg chg="add del">
          <ac:chgData name="Chauhan, Rahee" userId="S::rchau30@uic.edu::19e6aa6c-5bbd-4aff-b717-7a5e8b996896" providerId="AD" clId="Web-{1BF60B6D-CF21-0D57-954B-5CDC285CEE73}" dt="2026-04-30T20:00:12.443" v="9"/>
          <ac:spMkLst>
            <pc:docMk/>
            <pc:sldMk cId="4269594168" sldId="279"/>
            <ac:spMk id="17" creationId="{379F11E2-8BA5-4C5C-AE7C-361E5EA011FF}"/>
          </ac:spMkLst>
        </pc:spChg>
        <pc:spChg chg="add del">
          <ac:chgData name="Chauhan, Rahee" userId="S::rchau30@uic.edu::19e6aa6c-5bbd-4aff-b717-7a5e8b996896" providerId="AD" clId="Web-{1BF60B6D-CF21-0D57-954B-5CDC285CEE73}" dt="2026-04-30T20:00:12.443" v="9"/>
          <ac:spMkLst>
            <pc:docMk/>
            <pc:sldMk cId="4269594168" sldId="279"/>
            <ac:spMk id="19" creationId="{7C00E1DA-EC7C-40FC-95E3-11FDCD2E4291}"/>
          </ac:spMkLst>
        </pc:spChg>
        <pc:grpChg chg="add del">
          <ac:chgData name="Chauhan, Rahee" userId="S::rchau30@uic.edu::19e6aa6c-5bbd-4aff-b717-7a5e8b996896" providerId="AD" clId="Web-{1BF60B6D-CF21-0D57-954B-5CDC285CEE73}" dt="2026-04-30T20:00:12.443" v="9"/>
          <ac:grpSpMkLst>
            <pc:docMk/>
            <pc:sldMk cId="4269594168" sldId="279"/>
            <ac:grpSpMk id="21" creationId="{9A421166-2996-41A7-B094-AE5316F347DD}"/>
          </ac:grpSpMkLst>
        </pc:grpChg>
        <pc:picChg chg="add del mod ord">
          <ac:chgData name="Chauhan, Rahee" userId="S::rchau30@uic.edu::19e6aa6c-5bbd-4aff-b717-7a5e8b996896" providerId="AD" clId="Web-{1BF60B6D-CF21-0D57-954B-5CDC285CEE73}" dt="2026-04-30T20:02:28.130" v="12"/>
          <ac:picMkLst>
            <pc:docMk/>
            <pc:sldMk cId="4269594168" sldId="279"/>
            <ac:picMk id="4" creationId="{8FB7DAA4-EF9E-15B5-EBCB-D4075AB67A73}"/>
          </ac:picMkLst>
        </pc:picChg>
        <pc:picChg chg="add del mod ord">
          <ac:chgData name="Chauhan, Rahee" userId="S::rchau30@uic.edu::19e6aa6c-5bbd-4aff-b717-7a5e8b996896" providerId="AD" clId="Web-{1BF60B6D-CF21-0D57-954B-5CDC285CEE73}" dt="2026-04-30T20:09:49.378" v="25"/>
          <ac:picMkLst>
            <pc:docMk/>
            <pc:sldMk cId="4269594168" sldId="279"/>
            <ac:picMk id="7" creationId="{D40F114B-1D66-7692-8423-8C1BAC0B705A}"/>
          </ac:picMkLst>
        </pc:picChg>
      </pc:sldChg>
    </pc:docChg>
  </pc:docChgLst>
  <pc:docChgLst>
    <pc:chgData name="Chauhan, Rahee" userId="S::rchau30@uic.edu::19e6aa6c-5bbd-4aff-b717-7a5e8b996896" providerId="AD" clId="Web-{985C8684-0915-9BE9-5356-B0A148DF401F}"/>
    <pc:docChg chg="modSld sldOrd">
      <pc:chgData name="Chauhan, Rahee" userId="S::rchau30@uic.edu::19e6aa6c-5bbd-4aff-b717-7a5e8b996896" providerId="AD" clId="Web-{985C8684-0915-9BE9-5356-B0A148DF401F}" dt="2026-04-28T16:49:34.471" v="130" actId="14100"/>
      <pc:docMkLst>
        <pc:docMk/>
      </pc:docMkLst>
      <pc:sldChg chg="addSp delSp modSp">
        <pc:chgData name="Chauhan, Rahee" userId="S::rchau30@uic.edu::19e6aa6c-5bbd-4aff-b717-7a5e8b996896" providerId="AD" clId="Web-{985C8684-0915-9BE9-5356-B0A148DF401F}" dt="2026-04-28T16:49:34.471" v="130" actId="14100"/>
        <pc:sldMkLst>
          <pc:docMk/>
          <pc:sldMk cId="2658482750" sldId="262"/>
        </pc:sldMkLst>
        <pc:spChg chg="add mod">
          <ac:chgData name="Chauhan, Rahee" userId="S::rchau30@uic.edu::19e6aa6c-5bbd-4aff-b717-7a5e8b996896" providerId="AD" clId="Web-{985C8684-0915-9BE9-5356-B0A148DF401F}" dt="2026-04-28T16:49:34.471" v="130" actId="14100"/>
          <ac:spMkLst>
            <pc:docMk/>
            <pc:sldMk cId="2658482750" sldId="262"/>
            <ac:spMk id="4" creationId="{827E6A13-176C-F35E-2CC5-82EA442D80D6}"/>
          </ac:spMkLst>
        </pc:spChg>
        <pc:spChg chg="add mod">
          <ac:chgData name="Chauhan, Rahee" userId="S::rchau30@uic.edu::19e6aa6c-5bbd-4aff-b717-7a5e8b996896" providerId="AD" clId="Web-{985C8684-0915-9BE9-5356-B0A148DF401F}" dt="2026-04-28T16:45:30.221" v="114" actId="20577"/>
          <ac:spMkLst>
            <pc:docMk/>
            <pc:sldMk cId="2658482750" sldId="262"/>
            <ac:spMk id="8" creationId="{1DC02091-4C3A-D737-36C5-84DE5FCF6661}"/>
          </ac:spMkLst>
        </pc:spChg>
        <pc:spChg chg="add del mod">
          <ac:chgData name="Chauhan, Rahee" userId="S::rchau30@uic.edu::19e6aa6c-5bbd-4aff-b717-7a5e8b996896" providerId="AD" clId="Web-{985C8684-0915-9BE9-5356-B0A148DF401F}" dt="2026-04-28T16:45:13.674" v="111" actId="20577"/>
          <ac:spMkLst>
            <pc:docMk/>
            <pc:sldMk cId="2658482750" sldId="262"/>
            <ac:spMk id="9" creationId="{524DACF4-4E98-5D9E-2AE5-24F59BE6E566}"/>
          </ac:spMkLst>
        </pc:spChg>
        <pc:picChg chg="mod">
          <ac:chgData name="Chauhan, Rahee" userId="S::rchau30@uic.edu::19e6aa6c-5bbd-4aff-b717-7a5e8b996896" providerId="AD" clId="Web-{985C8684-0915-9BE9-5356-B0A148DF401F}" dt="2026-04-28T16:35:27.641" v="12" actId="14100"/>
          <ac:picMkLst>
            <pc:docMk/>
            <pc:sldMk cId="2658482750" sldId="262"/>
            <ac:picMk id="5" creationId="{E15A014E-64D0-96E9-4969-A0184C8E6F08}"/>
          </ac:picMkLst>
        </pc:picChg>
        <pc:picChg chg="mod">
          <ac:chgData name="Chauhan, Rahee" userId="S::rchau30@uic.edu::19e6aa6c-5bbd-4aff-b717-7a5e8b996896" providerId="AD" clId="Web-{985C8684-0915-9BE9-5356-B0A148DF401F}" dt="2026-04-28T16:35:23.626" v="11" actId="14100"/>
          <ac:picMkLst>
            <pc:docMk/>
            <pc:sldMk cId="2658482750" sldId="262"/>
            <ac:picMk id="7" creationId="{40E46C03-1EBF-FE99-047C-770CF7F03A2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44358B-341B-41BB-8C2E-80EAB597CA1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9EAE365-6799-4BED-98DF-50C66B95A850}">
      <dgm:prSet/>
      <dgm:spPr/>
      <dgm:t>
        <a:bodyPr/>
        <a:lstStyle/>
        <a:p>
          <a:pPr>
            <a:defRPr b="1"/>
          </a:pPr>
          <a:r>
            <a:rPr lang="en-US" b="1"/>
            <a:t>Main Question :</a:t>
          </a:r>
          <a:endParaRPr lang="en-US"/>
        </a:p>
      </dgm:t>
    </dgm:pt>
    <dgm:pt modelId="{F5E5A3F0-17E5-4D3E-906D-CE4494C01144}" type="parTrans" cxnId="{D3B05AF6-92B3-4875-BB6F-02054F911147}">
      <dgm:prSet/>
      <dgm:spPr/>
      <dgm:t>
        <a:bodyPr/>
        <a:lstStyle/>
        <a:p>
          <a:endParaRPr lang="en-US"/>
        </a:p>
      </dgm:t>
    </dgm:pt>
    <dgm:pt modelId="{FA9C342C-10E4-4D1D-9A9F-6C5BECAE151D}" type="sibTrans" cxnId="{D3B05AF6-92B3-4875-BB6F-02054F911147}">
      <dgm:prSet/>
      <dgm:spPr/>
      <dgm:t>
        <a:bodyPr/>
        <a:lstStyle/>
        <a:p>
          <a:endParaRPr lang="en-US"/>
        </a:p>
      </dgm:t>
    </dgm:pt>
    <dgm:pt modelId="{B3CB37A6-87F6-46A2-A1E4-980B94A6A867}">
      <dgm:prSet custT="1"/>
      <dgm:spPr/>
      <dgm:t>
        <a:bodyPr/>
        <a:lstStyle/>
        <a:p>
          <a:r>
            <a:rPr lang="en-US" sz="1600"/>
            <a:t>Which weather variables are the best predictors of Zone 1 power consumption in </a:t>
          </a:r>
          <a:r>
            <a:rPr lang="en-US" sz="1600" err="1"/>
            <a:t>Tetouan</a:t>
          </a:r>
          <a:r>
            <a:rPr lang="en-US" sz="1600"/>
            <a:t> City?</a:t>
          </a:r>
        </a:p>
      </dgm:t>
    </dgm:pt>
    <dgm:pt modelId="{5D63F3E4-86D0-4118-8182-F44928717847}" type="parTrans" cxnId="{C898C8D5-0CD8-4882-989C-09A08DB708B4}">
      <dgm:prSet/>
      <dgm:spPr/>
      <dgm:t>
        <a:bodyPr/>
        <a:lstStyle/>
        <a:p>
          <a:endParaRPr lang="en-US"/>
        </a:p>
      </dgm:t>
    </dgm:pt>
    <dgm:pt modelId="{F1F1FB5A-6B8A-4CE3-B1C9-3DA652302B76}" type="sibTrans" cxnId="{C898C8D5-0CD8-4882-989C-09A08DB708B4}">
      <dgm:prSet/>
      <dgm:spPr/>
      <dgm:t>
        <a:bodyPr/>
        <a:lstStyle/>
        <a:p>
          <a:endParaRPr lang="en-US"/>
        </a:p>
      </dgm:t>
    </dgm:pt>
    <dgm:pt modelId="{AA1FCC76-728B-4B48-B6CA-FE214167F00F}">
      <dgm:prSet/>
      <dgm:spPr/>
      <dgm:t>
        <a:bodyPr/>
        <a:lstStyle/>
        <a:p>
          <a:pPr>
            <a:defRPr b="1"/>
          </a:pPr>
          <a:r>
            <a:rPr lang="en-US" b="1"/>
            <a:t>Predictor Variables Studied : </a:t>
          </a:r>
          <a:endParaRPr lang="en-US"/>
        </a:p>
      </dgm:t>
    </dgm:pt>
    <dgm:pt modelId="{2551BE1F-A68B-4AA4-B9C7-F17B0F18D375}" type="parTrans" cxnId="{AAE96FD8-7607-40FA-AC39-56DC3A494CC5}">
      <dgm:prSet/>
      <dgm:spPr/>
      <dgm:t>
        <a:bodyPr/>
        <a:lstStyle/>
        <a:p>
          <a:endParaRPr lang="en-US"/>
        </a:p>
      </dgm:t>
    </dgm:pt>
    <dgm:pt modelId="{10D8222B-EA19-4D43-B5D4-09551789C861}" type="sibTrans" cxnId="{AAE96FD8-7607-40FA-AC39-56DC3A494CC5}">
      <dgm:prSet/>
      <dgm:spPr/>
      <dgm:t>
        <a:bodyPr/>
        <a:lstStyle/>
        <a:p>
          <a:endParaRPr lang="en-US"/>
        </a:p>
      </dgm:t>
    </dgm:pt>
    <dgm:pt modelId="{38744E3F-AD9D-443C-8799-B07C88B16955}">
      <dgm:prSet custT="1"/>
      <dgm:spPr/>
      <dgm:t>
        <a:bodyPr/>
        <a:lstStyle/>
        <a:p>
          <a:r>
            <a:rPr lang="en-US" sz="1600" b="0"/>
            <a:t>Temperature </a:t>
          </a:r>
        </a:p>
      </dgm:t>
    </dgm:pt>
    <dgm:pt modelId="{3C60053E-186A-43EA-A625-D2E17949C1FD}" type="parTrans" cxnId="{62020078-77F9-4977-91BE-CB7CACA73687}">
      <dgm:prSet/>
      <dgm:spPr/>
      <dgm:t>
        <a:bodyPr/>
        <a:lstStyle/>
        <a:p>
          <a:endParaRPr lang="en-US"/>
        </a:p>
      </dgm:t>
    </dgm:pt>
    <dgm:pt modelId="{06399935-EF72-494A-A6A4-3925B1BDB294}" type="sibTrans" cxnId="{62020078-77F9-4977-91BE-CB7CACA73687}">
      <dgm:prSet/>
      <dgm:spPr/>
      <dgm:t>
        <a:bodyPr/>
        <a:lstStyle/>
        <a:p>
          <a:endParaRPr lang="en-US"/>
        </a:p>
      </dgm:t>
    </dgm:pt>
    <dgm:pt modelId="{C7ED1854-FCD0-4E81-A492-C16616D9BD22}">
      <dgm:prSet custT="1"/>
      <dgm:spPr/>
      <dgm:t>
        <a:bodyPr/>
        <a:lstStyle/>
        <a:p>
          <a:r>
            <a:rPr lang="en-US" sz="1600" b="0"/>
            <a:t>Humidity </a:t>
          </a:r>
        </a:p>
      </dgm:t>
    </dgm:pt>
    <dgm:pt modelId="{0698BE7C-C1AC-4CFF-BF10-2B90CF74816F}" type="parTrans" cxnId="{F9A3871A-89F0-4CB7-B950-88BA8C97179C}">
      <dgm:prSet/>
      <dgm:spPr/>
      <dgm:t>
        <a:bodyPr/>
        <a:lstStyle/>
        <a:p>
          <a:endParaRPr lang="en-US"/>
        </a:p>
      </dgm:t>
    </dgm:pt>
    <dgm:pt modelId="{43E00B08-7891-4924-86D6-4ED596F45AC1}" type="sibTrans" cxnId="{F9A3871A-89F0-4CB7-B950-88BA8C97179C}">
      <dgm:prSet/>
      <dgm:spPr/>
      <dgm:t>
        <a:bodyPr/>
        <a:lstStyle/>
        <a:p>
          <a:endParaRPr lang="en-US"/>
        </a:p>
      </dgm:t>
    </dgm:pt>
    <dgm:pt modelId="{0B230D8C-98D0-43CA-AF88-73055E748EE9}">
      <dgm:prSet custT="1"/>
      <dgm:spPr/>
      <dgm:t>
        <a:bodyPr/>
        <a:lstStyle/>
        <a:p>
          <a:r>
            <a:rPr lang="en-US" sz="1600" b="0"/>
            <a:t>Windspeed </a:t>
          </a:r>
        </a:p>
      </dgm:t>
    </dgm:pt>
    <dgm:pt modelId="{738E788C-57E0-4A5F-B02D-817D0EFCEEF5}" type="parTrans" cxnId="{EF7BC724-EC96-47F1-9051-70B7D1FB17A0}">
      <dgm:prSet/>
      <dgm:spPr/>
      <dgm:t>
        <a:bodyPr/>
        <a:lstStyle/>
        <a:p>
          <a:endParaRPr lang="en-US"/>
        </a:p>
      </dgm:t>
    </dgm:pt>
    <dgm:pt modelId="{10E21680-5804-4AA7-B035-0A50712AFEAE}" type="sibTrans" cxnId="{EF7BC724-EC96-47F1-9051-70B7D1FB17A0}">
      <dgm:prSet/>
      <dgm:spPr/>
      <dgm:t>
        <a:bodyPr/>
        <a:lstStyle/>
        <a:p>
          <a:endParaRPr lang="en-US"/>
        </a:p>
      </dgm:t>
    </dgm:pt>
    <dgm:pt modelId="{EC5D0F46-6ADD-4440-BBB7-5E84CFB9B3BF}">
      <dgm:prSet custT="1"/>
      <dgm:spPr/>
      <dgm:t>
        <a:bodyPr/>
        <a:lstStyle/>
        <a:p>
          <a:r>
            <a:rPr lang="en-US" sz="1600" b="0"/>
            <a:t>General Diffuse Flows</a:t>
          </a:r>
        </a:p>
      </dgm:t>
    </dgm:pt>
    <dgm:pt modelId="{CB573C35-94C1-450F-9D54-A334AED0F7A5}" type="parTrans" cxnId="{F3E2FED3-864B-4EF4-8E41-CBBB4ABA2601}">
      <dgm:prSet/>
      <dgm:spPr/>
      <dgm:t>
        <a:bodyPr/>
        <a:lstStyle/>
        <a:p>
          <a:endParaRPr lang="en-US"/>
        </a:p>
      </dgm:t>
    </dgm:pt>
    <dgm:pt modelId="{C6D14A73-4581-4DA0-B324-BCFFDDA77841}" type="sibTrans" cxnId="{F3E2FED3-864B-4EF4-8E41-CBBB4ABA2601}">
      <dgm:prSet/>
      <dgm:spPr/>
      <dgm:t>
        <a:bodyPr/>
        <a:lstStyle/>
        <a:p>
          <a:endParaRPr lang="en-US"/>
        </a:p>
      </dgm:t>
    </dgm:pt>
    <dgm:pt modelId="{D1A6BF2A-ECF9-4B07-B3C7-ED9E82A8C3AE}">
      <dgm:prSet/>
      <dgm:spPr/>
      <dgm:t>
        <a:bodyPr/>
        <a:lstStyle/>
        <a:p>
          <a:pPr>
            <a:defRPr b="1"/>
          </a:pPr>
          <a:r>
            <a:rPr lang="en-US" b="1"/>
            <a:t>Response Variable : </a:t>
          </a:r>
          <a:endParaRPr lang="en-US"/>
        </a:p>
      </dgm:t>
    </dgm:pt>
    <dgm:pt modelId="{AF582967-E685-4A7A-AC84-F4A8FA1DC6F7}" type="parTrans" cxnId="{0DDCD4F3-60B5-4F82-8F36-C5BA9FACCEAA}">
      <dgm:prSet/>
      <dgm:spPr/>
      <dgm:t>
        <a:bodyPr/>
        <a:lstStyle/>
        <a:p>
          <a:endParaRPr lang="en-US"/>
        </a:p>
      </dgm:t>
    </dgm:pt>
    <dgm:pt modelId="{CD1F3EA6-7CFF-4C1E-B9DA-C48C0D3CE5F1}" type="sibTrans" cxnId="{0DDCD4F3-60B5-4F82-8F36-C5BA9FACCEAA}">
      <dgm:prSet/>
      <dgm:spPr/>
      <dgm:t>
        <a:bodyPr/>
        <a:lstStyle/>
        <a:p>
          <a:endParaRPr lang="en-US"/>
        </a:p>
      </dgm:t>
    </dgm:pt>
    <dgm:pt modelId="{021715B4-AC25-4BED-9545-25EDF808398B}">
      <dgm:prSet custT="1"/>
      <dgm:spPr/>
      <dgm:t>
        <a:bodyPr/>
        <a:lstStyle/>
        <a:p>
          <a:r>
            <a:rPr lang="en-US" sz="1600"/>
            <a:t>Zone 1 Power Consumption</a:t>
          </a:r>
        </a:p>
      </dgm:t>
    </dgm:pt>
    <dgm:pt modelId="{5138A74B-5815-427B-BAE1-1238EA09F8EF}" type="parTrans" cxnId="{B58E023A-ABC8-4970-A07A-8DECCE4C9D10}">
      <dgm:prSet/>
      <dgm:spPr/>
      <dgm:t>
        <a:bodyPr/>
        <a:lstStyle/>
        <a:p>
          <a:endParaRPr lang="en-US"/>
        </a:p>
      </dgm:t>
    </dgm:pt>
    <dgm:pt modelId="{2EDDFB89-9087-4E7F-A96D-6909291E2323}" type="sibTrans" cxnId="{B58E023A-ABC8-4970-A07A-8DECCE4C9D10}">
      <dgm:prSet/>
      <dgm:spPr/>
      <dgm:t>
        <a:bodyPr/>
        <a:lstStyle/>
        <a:p>
          <a:endParaRPr lang="en-US"/>
        </a:p>
      </dgm:t>
    </dgm:pt>
    <dgm:pt modelId="{4C596044-7364-4E46-89B3-BA073A42A3C8}" type="pres">
      <dgm:prSet presAssocID="{7044358B-341B-41BB-8C2E-80EAB597CA13}" presName="root" presStyleCnt="0">
        <dgm:presLayoutVars>
          <dgm:dir/>
          <dgm:resizeHandles val="exact"/>
        </dgm:presLayoutVars>
      </dgm:prSet>
      <dgm:spPr/>
    </dgm:pt>
    <dgm:pt modelId="{AA847834-3890-49DE-9753-95784C47090C}" type="pres">
      <dgm:prSet presAssocID="{69EAE365-6799-4BED-98DF-50C66B95A850}" presName="compNode" presStyleCnt="0"/>
      <dgm:spPr/>
    </dgm:pt>
    <dgm:pt modelId="{B2115865-7F41-403E-8BBC-EEDE1B71A19C}" type="pres">
      <dgm:prSet presAssocID="{69EAE365-6799-4BED-98DF-50C66B95A85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D41B32-741A-4D75-A0BA-044459C94502}" type="pres">
      <dgm:prSet presAssocID="{69EAE365-6799-4BED-98DF-50C66B95A850}" presName="iconSpace" presStyleCnt="0"/>
      <dgm:spPr/>
    </dgm:pt>
    <dgm:pt modelId="{909E1710-1657-409F-AE0F-87A5C7F753A0}" type="pres">
      <dgm:prSet presAssocID="{69EAE365-6799-4BED-98DF-50C66B95A850}" presName="parTx" presStyleLbl="revTx" presStyleIdx="0" presStyleCnt="6">
        <dgm:presLayoutVars>
          <dgm:chMax val="0"/>
          <dgm:chPref val="0"/>
        </dgm:presLayoutVars>
      </dgm:prSet>
      <dgm:spPr/>
    </dgm:pt>
    <dgm:pt modelId="{0465CCB7-9228-43D1-BA11-904561F9B2AA}" type="pres">
      <dgm:prSet presAssocID="{69EAE365-6799-4BED-98DF-50C66B95A850}" presName="txSpace" presStyleCnt="0"/>
      <dgm:spPr/>
    </dgm:pt>
    <dgm:pt modelId="{A9A60EBB-D1BE-455E-9CB2-89DCA49C4F0D}" type="pres">
      <dgm:prSet presAssocID="{69EAE365-6799-4BED-98DF-50C66B95A850}" presName="desTx" presStyleLbl="revTx" presStyleIdx="1" presStyleCnt="6">
        <dgm:presLayoutVars/>
      </dgm:prSet>
      <dgm:spPr/>
    </dgm:pt>
    <dgm:pt modelId="{0A6A4611-A160-45D0-B07D-F6D8428149CE}" type="pres">
      <dgm:prSet presAssocID="{FA9C342C-10E4-4D1D-9A9F-6C5BECAE151D}" presName="sibTrans" presStyleCnt="0"/>
      <dgm:spPr/>
    </dgm:pt>
    <dgm:pt modelId="{32A48C3E-6DA5-4570-8950-B222A552DB97}" type="pres">
      <dgm:prSet presAssocID="{AA1FCC76-728B-4B48-B6CA-FE214167F00F}" presName="compNode" presStyleCnt="0"/>
      <dgm:spPr/>
    </dgm:pt>
    <dgm:pt modelId="{E0F35509-814E-4879-97B8-F888F1CE1F59}" type="pres">
      <dgm:prSet presAssocID="{AA1FCC76-728B-4B48-B6CA-FE214167F00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97B2F3D7-B435-4A94-808F-DB692634B6CB}" type="pres">
      <dgm:prSet presAssocID="{AA1FCC76-728B-4B48-B6CA-FE214167F00F}" presName="iconSpace" presStyleCnt="0"/>
      <dgm:spPr/>
    </dgm:pt>
    <dgm:pt modelId="{A4E25221-8785-4078-8782-691B6588972B}" type="pres">
      <dgm:prSet presAssocID="{AA1FCC76-728B-4B48-B6CA-FE214167F00F}" presName="parTx" presStyleLbl="revTx" presStyleIdx="2" presStyleCnt="6">
        <dgm:presLayoutVars>
          <dgm:chMax val="0"/>
          <dgm:chPref val="0"/>
        </dgm:presLayoutVars>
      </dgm:prSet>
      <dgm:spPr/>
    </dgm:pt>
    <dgm:pt modelId="{D9B57C62-7792-4F26-93D7-93ED1E38F068}" type="pres">
      <dgm:prSet presAssocID="{AA1FCC76-728B-4B48-B6CA-FE214167F00F}" presName="txSpace" presStyleCnt="0"/>
      <dgm:spPr/>
    </dgm:pt>
    <dgm:pt modelId="{1D338E74-89C2-43E4-B43F-6537763F6A62}" type="pres">
      <dgm:prSet presAssocID="{AA1FCC76-728B-4B48-B6CA-FE214167F00F}" presName="desTx" presStyleLbl="revTx" presStyleIdx="3" presStyleCnt="6">
        <dgm:presLayoutVars/>
      </dgm:prSet>
      <dgm:spPr/>
    </dgm:pt>
    <dgm:pt modelId="{0E349E61-D69C-4193-87F6-39A627FB7AFD}" type="pres">
      <dgm:prSet presAssocID="{10D8222B-EA19-4D43-B5D4-09551789C861}" presName="sibTrans" presStyleCnt="0"/>
      <dgm:spPr/>
    </dgm:pt>
    <dgm:pt modelId="{79A4E0CD-7863-41E9-B32E-490058820A58}" type="pres">
      <dgm:prSet presAssocID="{D1A6BF2A-ECF9-4B07-B3C7-ED9E82A8C3AE}" presName="compNode" presStyleCnt="0"/>
      <dgm:spPr/>
    </dgm:pt>
    <dgm:pt modelId="{18EC1E16-5FC1-4548-9584-840D9A9DCA9B}" type="pres">
      <dgm:prSet presAssocID="{D1A6BF2A-ECF9-4B07-B3C7-ED9E82A8C3A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DB2BBCC-DB2F-4536-BDA6-D511447C5F21}" type="pres">
      <dgm:prSet presAssocID="{D1A6BF2A-ECF9-4B07-B3C7-ED9E82A8C3AE}" presName="iconSpace" presStyleCnt="0"/>
      <dgm:spPr/>
    </dgm:pt>
    <dgm:pt modelId="{DE32BA87-FB8B-4DB6-8535-0603065563E4}" type="pres">
      <dgm:prSet presAssocID="{D1A6BF2A-ECF9-4B07-B3C7-ED9E82A8C3AE}" presName="parTx" presStyleLbl="revTx" presStyleIdx="4" presStyleCnt="6">
        <dgm:presLayoutVars>
          <dgm:chMax val="0"/>
          <dgm:chPref val="0"/>
        </dgm:presLayoutVars>
      </dgm:prSet>
      <dgm:spPr/>
    </dgm:pt>
    <dgm:pt modelId="{C5913AB6-3A0C-4EF4-B281-AEB54933FEBA}" type="pres">
      <dgm:prSet presAssocID="{D1A6BF2A-ECF9-4B07-B3C7-ED9E82A8C3AE}" presName="txSpace" presStyleCnt="0"/>
      <dgm:spPr/>
    </dgm:pt>
    <dgm:pt modelId="{2F7F1CDD-995C-4297-9C09-F318B233A5C3}" type="pres">
      <dgm:prSet presAssocID="{D1A6BF2A-ECF9-4B07-B3C7-ED9E82A8C3AE}" presName="desTx" presStyleLbl="revTx" presStyleIdx="5" presStyleCnt="6">
        <dgm:presLayoutVars/>
      </dgm:prSet>
      <dgm:spPr/>
    </dgm:pt>
  </dgm:ptLst>
  <dgm:cxnLst>
    <dgm:cxn modelId="{E7FC6401-2C47-4296-BA9D-B69B824FC93B}" type="presOf" srcId="{C7ED1854-FCD0-4E81-A492-C16616D9BD22}" destId="{1D338E74-89C2-43E4-B43F-6537763F6A62}" srcOrd="0" destOrd="1" presId="urn:microsoft.com/office/officeart/2018/2/layout/IconLabelDescriptionList"/>
    <dgm:cxn modelId="{F9A3871A-89F0-4CB7-B950-88BA8C97179C}" srcId="{AA1FCC76-728B-4B48-B6CA-FE214167F00F}" destId="{C7ED1854-FCD0-4E81-A492-C16616D9BD22}" srcOrd="1" destOrd="0" parTransId="{0698BE7C-C1AC-4CFF-BF10-2B90CF74816F}" sibTransId="{43E00B08-7891-4924-86D6-4ED596F45AC1}"/>
    <dgm:cxn modelId="{EF7BC724-EC96-47F1-9051-70B7D1FB17A0}" srcId="{AA1FCC76-728B-4B48-B6CA-FE214167F00F}" destId="{0B230D8C-98D0-43CA-AF88-73055E748EE9}" srcOrd="2" destOrd="0" parTransId="{738E788C-57E0-4A5F-B02D-817D0EFCEEF5}" sibTransId="{10E21680-5804-4AA7-B035-0A50712AFEAE}"/>
    <dgm:cxn modelId="{B58E023A-ABC8-4970-A07A-8DECCE4C9D10}" srcId="{D1A6BF2A-ECF9-4B07-B3C7-ED9E82A8C3AE}" destId="{021715B4-AC25-4BED-9545-25EDF808398B}" srcOrd="0" destOrd="0" parTransId="{5138A74B-5815-427B-BAE1-1238EA09F8EF}" sibTransId="{2EDDFB89-9087-4E7F-A96D-6909291E2323}"/>
    <dgm:cxn modelId="{AC42123A-914D-47B8-87BA-16F94036C84A}" type="presOf" srcId="{69EAE365-6799-4BED-98DF-50C66B95A850}" destId="{909E1710-1657-409F-AE0F-87A5C7F753A0}" srcOrd="0" destOrd="0" presId="urn:microsoft.com/office/officeart/2018/2/layout/IconLabelDescriptionList"/>
    <dgm:cxn modelId="{11B30542-1F00-4021-90C6-FB6628FB5BCC}" type="presOf" srcId="{021715B4-AC25-4BED-9545-25EDF808398B}" destId="{2F7F1CDD-995C-4297-9C09-F318B233A5C3}" srcOrd="0" destOrd="0" presId="urn:microsoft.com/office/officeart/2018/2/layout/IconLabelDescriptionList"/>
    <dgm:cxn modelId="{022FE366-E4DC-4641-947C-6894B79282A7}" type="presOf" srcId="{38744E3F-AD9D-443C-8799-B07C88B16955}" destId="{1D338E74-89C2-43E4-B43F-6537763F6A62}" srcOrd="0" destOrd="0" presId="urn:microsoft.com/office/officeart/2018/2/layout/IconLabelDescriptionList"/>
    <dgm:cxn modelId="{62020078-77F9-4977-91BE-CB7CACA73687}" srcId="{AA1FCC76-728B-4B48-B6CA-FE214167F00F}" destId="{38744E3F-AD9D-443C-8799-B07C88B16955}" srcOrd="0" destOrd="0" parTransId="{3C60053E-186A-43EA-A625-D2E17949C1FD}" sibTransId="{06399935-EF72-494A-A6A4-3925B1BDB294}"/>
    <dgm:cxn modelId="{47B51D7A-9044-462B-8A35-7E7064E7A105}" type="presOf" srcId="{7044358B-341B-41BB-8C2E-80EAB597CA13}" destId="{4C596044-7364-4E46-89B3-BA073A42A3C8}" srcOrd="0" destOrd="0" presId="urn:microsoft.com/office/officeart/2018/2/layout/IconLabelDescriptionList"/>
    <dgm:cxn modelId="{04CEC57B-3874-40DC-B9FE-0CD31672C818}" type="presOf" srcId="{0B230D8C-98D0-43CA-AF88-73055E748EE9}" destId="{1D338E74-89C2-43E4-B43F-6537763F6A62}" srcOrd="0" destOrd="2" presId="urn:microsoft.com/office/officeart/2018/2/layout/IconLabelDescriptionList"/>
    <dgm:cxn modelId="{8E3D1092-003C-416E-B714-7C933B08C56A}" type="presOf" srcId="{EC5D0F46-6ADD-4440-BBB7-5E84CFB9B3BF}" destId="{1D338E74-89C2-43E4-B43F-6537763F6A62}" srcOrd="0" destOrd="3" presId="urn:microsoft.com/office/officeart/2018/2/layout/IconLabelDescriptionList"/>
    <dgm:cxn modelId="{5319CDCB-9BF3-4084-98CA-85A39EC3BEED}" type="presOf" srcId="{B3CB37A6-87F6-46A2-A1E4-980B94A6A867}" destId="{A9A60EBB-D1BE-455E-9CB2-89DCA49C4F0D}" srcOrd="0" destOrd="0" presId="urn:microsoft.com/office/officeart/2018/2/layout/IconLabelDescriptionList"/>
    <dgm:cxn modelId="{F3E2FED3-864B-4EF4-8E41-CBBB4ABA2601}" srcId="{AA1FCC76-728B-4B48-B6CA-FE214167F00F}" destId="{EC5D0F46-6ADD-4440-BBB7-5E84CFB9B3BF}" srcOrd="3" destOrd="0" parTransId="{CB573C35-94C1-450F-9D54-A334AED0F7A5}" sibTransId="{C6D14A73-4581-4DA0-B324-BCFFDDA77841}"/>
    <dgm:cxn modelId="{C898C8D5-0CD8-4882-989C-09A08DB708B4}" srcId="{69EAE365-6799-4BED-98DF-50C66B95A850}" destId="{B3CB37A6-87F6-46A2-A1E4-980B94A6A867}" srcOrd="0" destOrd="0" parTransId="{5D63F3E4-86D0-4118-8182-F44928717847}" sibTransId="{F1F1FB5A-6B8A-4CE3-B1C9-3DA652302B76}"/>
    <dgm:cxn modelId="{AAE96FD8-7607-40FA-AC39-56DC3A494CC5}" srcId="{7044358B-341B-41BB-8C2E-80EAB597CA13}" destId="{AA1FCC76-728B-4B48-B6CA-FE214167F00F}" srcOrd="1" destOrd="0" parTransId="{2551BE1F-A68B-4AA4-B9C7-F17B0F18D375}" sibTransId="{10D8222B-EA19-4D43-B5D4-09551789C861}"/>
    <dgm:cxn modelId="{EEBCB8E0-6B40-48B5-B16F-4E15B9EA8853}" type="presOf" srcId="{AA1FCC76-728B-4B48-B6CA-FE214167F00F}" destId="{A4E25221-8785-4078-8782-691B6588972B}" srcOrd="0" destOrd="0" presId="urn:microsoft.com/office/officeart/2018/2/layout/IconLabelDescriptionList"/>
    <dgm:cxn modelId="{0DDCD4F3-60B5-4F82-8F36-C5BA9FACCEAA}" srcId="{7044358B-341B-41BB-8C2E-80EAB597CA13}" destId="{D1A6BF2A-ECF9-4B07-B3C7-ED9E82A8C3AE}" srcOrd="2" destOrd="0" parTransId="{AF582967-E685-4A7A-AC84-F4A8FA1DC6F7}" sibTransId="{CD1F3EA6-7CFF-4C1E-B9DA-C48C0D3CE5F1}"/>
    <dgm:cxn modelId="{D3B05AF6-92B3-4875-BB6F-02054F911147}" srcId="{7044358B-341B-41BB-8C2E-80EAB597CA13}" destId="{69EAE365-6799-4BED-98DF-50C66B95A850}" srcOrd="0" destOrd="0" parTransId="{F5E5A3F0-17E5-4D3E-906D-CE4494C01144}" sibTransId="{FA9C342C-10E4-4D1D-9A9F-6C5BECAE151D}"/>
    <dgm:cxn modelId="{3014A3FB-4F1C-4369-AD9B-87310D50F854}" type="presOf" srcId="{D1A6BF2A-ECF9-4B07-B3C7-ED9E82A8C3AE}" destId="{DE32BA87-FB8B-4DB6-8535-0603065563E4}" srcOrd="0" destOrd="0" presId="urn:microsoft.com/office/officeart/2018/2/layout/IconLabelDescriptionList"/>
    <dgm:cxn modelId="{55B9C824-DD86-4974-95B5-C630537C36D3}" type="presParOf" srcId="{4C596044-7364-4E46-89B3-BA073A42A3C8}" destId="{AA847834-3890-49DE-9753-95784C47090C}" srcOrd="0" destOrd="0" presId="urn:microsoft.com/office/officeart/2018/2/layout/IconLabelDescriptionList"/>
    <dgm:cxn modelId="{0E09A487-2729-4683-90B9-A2865BB3398D}" type="presParOf" srcId="{AA847834-3890-49DE-9753-95784C47090C}" destId="{B2115865-7F41-403E-8BBC-EEDE1B71A19C}" srcOrd="0" destOrd="0" presId="urn:microsoft.com/office/officeart/2018/2/layout/IconLabelDescriptionList"/>
    <dgm:cxn modelId="{7EBE2C25-5393-446A-B0A2-37C63A4D8C56}" type="presParOf" srcId="{AA847834-3890-49DE-9753-95784C47090C}" destId="{24D41B32-741A-4D75-A0BA-044459C94502}" srcOrd="1" destOrd="0" presId="urn:microsoft.com/office/officeart/2018/2/layout/IconLabelDescriptionList"/>
    <dgm:cxn modelId="{E3D52EF2-9053-4AD5-B473-1C6B76A8A2D9}" type="presParOf" srcId="{AA847834-3890-49DE-9753-95784C47090C}" destId="{909E1710-1657-409F-AE0F-87A5C7F753A0}" srcOrd="2" destOrd="0" presId="urn:microsoft.com/office/officeart/2018/2/layout/IconLabelDescriptionList"/>
    <dgm:cxn modelId="{29457EC6-8020-45A5-B578-ABF52892B47A}" type="presParOf" srcId="{AA847834-3890-49DE-9753-95784C47090C}" destId="{0465CCB7-9228-43D1-BA11-904561F9B2AA}" srcOrd="3" destOrd="0" presId="urn:microsoft.com/office/officeart/2018/2/layout/IconLabelDescriptionList"/>
    <dgm:cxn modelId="{23BE09F6-E4C1-4513-95BD-24D4D7097095}" type="presParOf" srcId="{AA847834-3890-49DE-9753-95784C47090C}" destId="{A9A60EBB-D1BE-455E-9CB2-89DCA49C4F0D}" srcOrd="4" destOrd="0" presId="urn:microsoft.com/office/officeart/2018/2/layout/IconLabelDescriptionList"/>
    <dgm:cxn modelId="{930D1FD5-5097-4EAF-8205-2470BA7138DF}" type="presParOf" srcId="{4C596044-7364-4E46-89B3-BA073A42A3C8}" destId="{0A6A4611-A160-45D0-B07D-F6D8428149CE}" srcOrd="1" destOrd="0" presId="urn:microsoft.com/office/officeart/2018/2/layout/IconLabelDescriptionList"/>
    <dgm:cxn modelId="{6672B291-5CA8-4648-BE69-59F8BEED1F3E}" type="presParOf" srcId="{4C596044-7364-4E46-89B3-BA073A42A3C8}" destId="{32A48C3E-6DA5-4570-8950-B222A552DB97}" srcOrd="2" destOrd="0" presId="urn:microsoft.com/office/officeart/2018/2/layout/IconLabelDescriptionList"/>
    <dgm:cxn modelId="{F2D45CA7-71AA-4AE0-9CA6-1696FF1A15DA}" type="presParOf" srcId="{32A48C3E-6DA5-4570-8950-B222A552DB97}" destId="{E0F35509-814E-4879-97B8-F888F1CE1F59}" srcOrd="0" destOrd="0" presId="urn:microsoft.com/office/officeart/2018/2/layout/IconLabelDescriptionList"/>
    <dgm:cxn modelId="{22F6EBC5-61CE-499C-9E85-19A8CE8D00F8}" type="presParOf" srcId="{32A48C3E-6DA5-4570-8950-B222A552DB97}" destId="{97B2F3D7-B435-4A94-808F-DB692634B6CB}" srcOrd="1" destOrd="0" presId="urn:microsoft.com/office/officeart/2018/2/layout/IconLabelDescriptionList"/>
    <dgm:cxn modelId="{D8AD0012-41E1-49CD-8724-9EFAF2443529}" type="presParOf" srcId="{32A48C3E-6DA5-4570-8950-B222A552DB97}" destId="{A4E25221-8785-4078-8782-691B6588972B}" srcOrd="2" destOrd="0" presId="urn:microsoft.com/office/officeart/2018/2/layout/IconLabelDescriptionList"/>
    <dgm:cxn modelId="{347FD8D3-38BD-4CE9-99CE-AC1BF72E1C35}" type="presParOf" srcId="{32A48C3E-6DA5-4570-8950-B222A552DB97}" destId="{D9B57C62-7792-4F26-93D7-93ED1E38F068}" srcOrd="3" destOrd="0" presId="urn:microsoft.com/office/officeart/2018/2/layout/IconLabelDescriptionList"/>
    <dgm:cxn modelId="{EA2E91B4-77AB-4898-8921-E4BEBCE2CA14}" type="presParOf" srcId="{32A48C3E-6DA5-4570-8950-B222A552DB97}" destId="{1D338E74-89C2-43E4-B43F-6537763F6A62}" srcOrd="4" destOrd="0" presId="urn:microsoft.com/office/officeart/2018/2/layout/IconLabelDescriptionList"/>
    <dgm:cxn modelId="{C8313917-535D-44FC-BAAE-5B55F5948350}" type="presParOf" srcId="{4C596044-7364-4E46-89B3-BA073A42A3C8}" destId="{0E349E61-D69C-4193-87F6-39A627FB7AFD}" srcOrd="3" destOrd="0" presId="urn:microsoft.com/office/officeart/2018/2/layout/IconLabelDescriptionList"/>
    <dgm:cxn modelId="{9B274EF4-D840-48E1-9899-41E2349C2F71}" type="presParOf" srcId="{4C596044-7364-4E46-89B3-BA073A42A3C8}" destId="{79A4E0CD-7863-41E9-B32E-490058820A58}" srcOrd="4" destOrd="0" presId="urn:microsoft.com/office/officeart/2018/2/layout/IconLabelDescriptionList"/>
    <dgm:cxn modelId="{1FEA2D8A-D3A3-4EC5-A6C8-23C1A1E8AF52}" type="presParOf" srcId="{79A4E0CD-7863-41E9-B32E-490058820A58}" destId="{18EC1E16-5FC1-4548-9584-840D9A9DCA9B}" srcOrd="0" destOrd="0" presId="urn:microsoft.com/office/officeart/2018/2/layout/IconLabelDescriptionList"/>
    <dgm:cxn modelId="{D10A07BE-480F-4C90-BFD1-0F55C8E378F8}" type="presParOf" srcId="{79A4E0CD-7863-41E9-B32E-490058820A58}" destId="{0DB2BBCC-DB2F-4536-BDA6-D511447C5F21}" srcOrd="1" destOrd="0" presId="urn:microsoft.com/office/officeart/2018/2/layout/IconLabelDescriptionList"/>
    <dgm:cxn modelId="{466AC1B2-EA82-470F-B654-9CA61417BB69}" type="presParOf" srcId="{79A4E0CD-7863-41E9-B32E-490058820A58}" destId="{DE32BA87-FB8B-4DB6-8535-0603065563E4}" srcOrd="2" destOrd="0" presId="urn:microsoft.com/office/officeart/2018/2/layout/IconLabelDescriptionList"/>
    <dgm:cxn modelId="{74C3AA6F-3F07-4608-AA04-E67A00607050}" type="presParOf" srcId="{79A4E0CD-7863-41E9-B32E-490058820A58}" destId="{C5913AB6-3A0C-4EF4-B281-AEB54933FEBA}" srcOrd="3" destOrd="0" presId="urn:microsoft.com/office/officeart/2018/2/layout/IconLabelDescriptionList"/>
    <dgm:cxn modelId="{2F3DAC6B-D29B-4845-8FD6-569E088E3C5C}" type="presParOf" srcId="{79A4E0CD-7863-41E9-B32E-490058820A58}" destId="{2F7F1CDD-995C-4297-9C09-F318B233A5C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A06F6D-1B74-4257-B624-821ABC7BCDAA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48904C8-AC73-4F5B-B278-A2BFED9CA64F}">
      <dgm:prSet/>
      <dgm:spPr/>
      <dgm:t>
        <a:bodyPr/>
        <a:lstStyle/>
        <a:p>
          <a:r>
            <a:rPr lang="en-US" b="1"/>
            <a:t>Dataset Overview</a:t>
          </a:r>
          <a:endParaRPr lang="en-US"/>
        </a:p>
      </dgm:t>
    </dgm:pt>
    <dgm:pt modelId="{5920BFD0-E5C3-4911-B69C-56FFB1B4D942}" type="parTrans" cxnId="{FA39CD44-6941-4E98-8A19-6A3B3FC0BEE7}">
      <dgm:prSet/>
      <dgm:spPr/>
      <dgm:t>
        <a:bodyPr/>
        <a:lstStyle/>
        <a:p>
          <a:endParaRPr lang="en-US"/>
        </a:p>
      </dgm:t>
    </dgm:pt>
    <dgm:pt modelId="{6F505D8F-E00A-48CB-A8A4-B5D869BBA380}" type="sibTrans" cxnId="{FA39CD44-6941-4E98-8A19-6A3B3FC0BEE7}">
      <dgm:prSet/>
      <dgm:spPr/>
      <dgm:t>
        <a:bodyPr/>
        <a:lstStyle/>
        <a:p>
          <a:endParaRPr lang="en-US"/>
        </a:p>
      </dgm:t>
    </dgm:pt>
    <dgm:pt modelId="{EB651F16-83DE-466A-9991-9CFF90EDCA69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Approx. 52,410 observations</a:t>
          </a:r>
        </a:p>
        <a:p>
          <a:pPr>
            <a:buFont typeface="Arial" panose="020B0604020202020204" pitchFamily="34" charset="0"/>
            <a:buNone/>
          </a:pPr>
          <a:r>
            <a:rPr lang="en-US" dirty="0"/>
            <a:t> </a:t>
          </a:r>
        </a:p>
      </dgm:t>
    </dgm:pt>
    <dgm:pt modelId="{3D8B4FBF-D4F5-444E-AF6C-A0E4F01B4A92}" type="parTrans" cxnId="{D8B7C021-5016-404B-8F66-A5CCCCDAC8F9}">
      <dgm:prSet/>
      <dgm:spPr/>
      <dgm:t>
        <a:bodyPr/>
        <a:lstStyle/>
        <a:p>
          <a:endParaRPr lang="en-US"/>
        </a:p>
      </dgm:t>
    </dgm:pt>
    <dgm:pt modelId="{BA10BA60-B1D5-4361-88D1-46696306961D}" type="sibTrans" cxnId="{D8B7C021-5016-404B-8F66-A5CCCCDAC8F9}">
      <dgm:prSet/>
      <dgm:spPr/>
      <dgm:t>
        <a:bodyPr/>
        <a:lstStyle/>
        <a:p>
          <a:endParaRPr lang="en-US"/>
        </a:p>
      </dgm:t>
    </dgm:pt>
    <dgm:pt modelId="{4379CBBF-C773-4FF4-95FB-D86E62002917}">
      <dgm:prSet/>
      <dgm:spPr/>
      <dgm:t>
        <a:bodyPr/>
        <a:lstStyle/>
        <a:p>
          <a:pPr>
            <a:buNone/>
          </a:pPr>
          <a:r>
            <a:rPr lang="en-US"/>
            <a:t>Data collected every 10 minutes </a:t>
          </a:r>
        </a:p>
        <a:p>
          <a:pPr>
            <a:buNone/>
          </a:pPr>
          <a:endParaRPr lang="en-US"/>
        </a:p>
      </dgm:t>
    </dgm:pt>
    <dgm:pt modelId="{35354F02-1461-434E-83E9-EE30ADB3FE88}" type="parTrans" cxnId="{C111135A-5F9B-4245-89CF-14FBE49B6ED8}">
      <dgm:prSet/>
      <dgm:spPr/>
      <dgm:t>
        <a:bodyPr/>
        <a:lstStyle/>
        <a:p>
          <a:endParaRPr lang="en-US"/>
        </a:p>
      </dgm:t>
    </dgm:pt>
    <dgm:pt modelId="{7229CF5F-2603-41E6-98AC-B7117F28EE5E}" type="sibTrans" cxnId="{C111135A-5F9B-4245-89CF-14FBE49B6ED8}">
      <dgm:prSet/>
      <dgm:spPr/>
      <dgm:t>
        <a:bodyPr/>
        <a:lstStyle/>
        <a:p>
          <a:endParaRPr lang="en-US"/>
        </a:p>
      </dgm:t>
    </dgm:pt>
    <dgm:pt modelId="{5A15D707-7287-4EC0-BB69-354AE1DEF60C}">
      <dgm:prSet/>
      <dgm:spPr/>
      <dgm:t>
        <a:bodyPr/>
        <a:lstStyle/>
        <a:p>
          <a:pPr>
            <a:buNone/>
          </a:pPr>
          <a:r>
            <a:rPr lang="en-US"/>
            <a:t>Dataset includes weather measurements and electricity consumption in </a:t>
          </a:r>
          <a:r>
            <a:rPr lang="en-US" err="1"/>
            <a:t>Tetouan</a:t>
          </a:r>
          <a:r>
            <a:rPr lang="en-US"/>
            <a:t> City </a:t>
          </a:r>
        </a:p>
        <a:p>
          <a:pPr>
            <a:buNone/>
          </a:pPr>
          <a:endParaRPr lang="en-US"/>
        </a:p>
      </dgm:t>
    </dgm:pt>
    <dgm:pt modelId="{FEB09011-F134-4268-A00B-5308351550F8}" type="parTrans" cxnId="{016D8B0D-F5FD-498E-8609-0E527B84BEE8}">
      <dgm:prSet/>
      <dgm:spPr/>
      <dgm:t>
        <a:bodyPr/>
        <a:lstStyle/>
        <a:p>
          <a:endParaRPr lang="en-US"/>
        </a:p>
      </dgm:t>
    </dgm:pt>
    <dgm:pt modelId="{6C485DAA-9DC6-4E09-BC7D-B6E6525CC289}" type="sibTrans" cxnId="{016D8B0D-F5FD-498E-8609-0E527B84BEE8}">
      <dgm:prSet/>
      <dgm:spPr/>
      <dgm:t>
        <a:bodyPr/>
        <a:lstStyle/>
        <a:p>
          <a:endParaRPr lang="en-US"/>
        </a:p>
      </dgm:t>
    </dgm:pt>
    <dgm:pt modelId="{6369C9AE-56CA-441B-B578-5C74A83FF767}">
      <dgm:prSet/>
      <dgm:spPr/>
      <dgm:t>
        <a:bodyPr/>
        <a:lstStyle/>
        <a:p>
          <a:pPr>
            <a:buNone/>
          </a:pPr>
          <a:r>
            <a:rPr lang="en-US"/>
            <a:t>Final cleaned dataset contained 13 variables after preprocessing </a:t>
          </a:r>
        </a:p>
      </dgm:t>
    </dgm:pt>
    <dgm:pt modelId="{15D2407B-25FD-4A75-A3DC-B50E9EEFD47E}" type="parTrans" cxnId="{64CB0A04-725C-4624-9B8F-CCF7194EC9AD}">
      <dgm:prSet/>
      <dgm:spPr/>
      <dgm:t>
        <a:bodyPr/>
        <a:lstStyle/>
        <a:p>
          <a:endParaRPr lang="en-US"/>
        </a:p>
      </dgm:t>
    </dgm:pt>
    <dgm:pt modelId="{28ABA21A-3D77-4F86-BA8A-2FAE5448AE8D}" type="sibTrans" cxnId="{64CB0A04-725C-4624-9B8F-CCF7194EC9AD}">
      <dgm:prSet/>
      <dgm:spPr/>
      <dgm:t>
        <a:bodyPr/>
        <a:lstStyle/>
        <a:p>
          <a:endParaRPr lang="en-US"/>
        </a:p>
      </dgm:t>
    </dgm:pt>
    <dgm:pt modelId="{4CD6804B-043E-4E5F-8852-191DEBEA3D09}">
      <dgm:prSet/>
      <dgm:spPr/>
      <dgm:t>
        <a:bodyPr/>
        <a:lstStyle/>
        <a:p>
          <a:r>
            <a:rPr lang="en-US" b="1"/>
            <a:t>Modeling Setup</a:t>
          </a:r>
          <a:endParaRPr lang="en-US"/>
        </a:p>
      </dgm:t>
    </dgm:pt>
    <dgm:pt modelId="{E6180A79-F0F8-463C-BA2F-E6C0FDBF1670}" type="parTrans" cxnId="{11E092FF-0D37-4F49-9EBB-13BB1272DBA7}">
      <dgm:prSet/>
      <dgm:spPr/>
      <dgm:t>
        <a:bodyPr/>
        <a:lstStyle/>
        <a:p>
          <a:endParaRPr lang="en-US"/>
        </a:p>
      </dgm:t>
    </dgm:pt>
    <dgm:pt modelId="{8F1750D4-9084-42AA-B21F-2865EC659B55}" type="sibTrans" cxnId="{11E092FF-0D37-4F49-9EBB-13BB1272DBA7}">
      <dgm:prSet/>
      <dgm:spPr/>
      <dgm:t>
        <a:bodyPr/>
        <a:lstStyle/>
        <a:p>
          <a:endParaRPr lang="en-US"/>
        </a:p>
      </dgm:t>
    </dgm:pt>
    <dgm:pt modelId="{53ABE832-4A0A-4EFA-9972-5B75D5E88EB4}">
      <dgm:prSet/>
      <dgm:spPr/>
      <dgm:t>
        <a:bodyPr/>
        <a:lstStyle/>
        <a:p>
          <a:r>
            <a:rPr lang="en-US"/>
            <a:t>Response Variable: Zone 1 Power Consumption </a:t>
          </a:r>
        </a:p>
        <a:p>
          <a:endParaRPr lang="en-US"/>
        </a:p>
      </dgm:t>
    </dgm:pt>
    <dgm:pt modelId="{165B6B4E-DB18-4BC4-97DF-491DD1985251}" type="parTrans" cxnId="{BD301D9E-132B-4CE4-96FC-5FC227ED2785}">
      <dgm:prSet/>
      <dgm:spPr/>
      <dgm:t>
        <a:bodyPr/>
        <a:lstStyle/>
        <a:p>
          <a:endParaRPr lang="en-US"/>
        </a:p>
      </dgm:t>
    </dgm:pt>
    <dgm:pt modelId="{3B0118C5-C5F3-473E-9140-6EF7AA6F3644}" type="sibTrans" cxnId="{BD301D9E-132B-4CE4-96FC-5FC227ED2785}">
      <dgm:prSet/>
      <dgm:spPr/>
      <dgm:t>
        <a:bodyPr/>
        <a:lstStyle/>
        <a:p>
          <a:endParaRPr lang="en-US"/>
        </a:p>
      </dgm:t>
    </dgm:pt>
    <dgm:pt modelId="{DE5FBF91-633A-4616-8C1D-7816C0AF711F}">
      <dgm:prSet/>
      <dgm:spPr/>
      <dgm:t>
        <a:bodyPr/>
        <a:lstStyle/>
        <a:p>
          <a:r>
            <a:rPr lang="en-US"/>
            <a:t>Train/Test Split: 80% training, 20% testing </a:t>
          </a:r>
        </a:p>
        <a:p>
          <a:endParaRPr lang="en-US"/>
        </a:p>
      </dgm:t>
    </dgm:pt>
    <dgm:pt modelId="{882A5269-AA28-4B8B-BAA6-F607C597AA86}" type="parTrans" cxnId="{61C2BE8E-C3ED-4EF7-8294-3B520CFED351}">
      <dgm:prSet/>
      <dgm:spPr/>
      <dgm:t>
        <a:bodyPr/>
        <a:lstStyle/>
        <a:p>
          <a:endParaRPr lang="en-US"/>
        </a:p>
      </dgm:t>
    </dgm:pt>
    <dgm:pt modelId="{6FBD3CE0-E345-433F-8B19-19F04FC0C194}" type="sibTrans" cxnId="{61C2BE8E-C3ED-4EF7-8294-3B520CFED351}">
      <dgm:prSet/>
      <dgm:spPr/>
      <dgm:t>
        <a:bodyPr/>
        <a:lstStyle/>
        <a:p>
          <a:endParaRPr lang="en-US"/>
        </a:p>
      </dgm:t>
    </dgm:pt>
    <dgm:pt modelId="{D62F82A4-E9AB-4178-9582-EF1ADCDF109F}">
      <dgm:prSet/>
      <dgm:spPr/>
      <dgm:t>
        <a:bodyPr/>
        <a:lstStyle/>
        <a:p>
          <a:r>
            <a:rPr lang="en-US"/>
            <a:t>Random seed used: </a:t>
          </a:r>
          <a:r>
            <a:rPr lang="en-US" err="1"/>
            <a:t>set.seed</a:t>
          </a:r>
          <a:r>
            <a:rPr lang="en-US"/>
            <a:t>(2026) </a:t>
          </a:r>
        </a:p>
        <a:p>
          <a:endParaRPr lang="en-US"/>
        </a:p>
      </dgm:t>
    </dgm:pt>
    <dgm:pt modelId="{AE43F3ED-B374-49FF-A0D5-81EDDAC82554}" type="parTrans" cxnId="{6494546F-5DD9-4530-9FA9-6B09A5235924}">
      <dgm:prSet/>
      <dgm:spPr/>
      <dgm:t>
        <a:bodyPr/>
        <a:lstStyle/>
        <a:p>
          <a:endParaRPr lang="en-US"/>
        </a:p>
      </dgm:t>
    </dgm:pt>
    <dgm:pt modelId="{0130D6C9-4911-4984-921D-008033EACB5F}" type="sibTrans" cxnId="{6494546F-5DD9-4530-9FA9-6B09A5235924}">
      <dgm:prSet/>
      <dgm:spPr/>
      <dgm:t>
        <a:bodyPr/>
        <a:lstStyle/>
        <a:p>
          <a:endParaRPr lang="en-US"/>
        </a:p>
      </dgm:t>
    </dgm:pt>
    <dgm:pt modelId="{976EBDD0-E701-47F6-81E2-A7C3CC765F46}">
      <dgm:prSet/>
      <dgm:spPr/>
      <dgm:t>
        <a:bodyPr/>
        <a:lstStyle/>
        <a:p>
          <a:r>
            <a:rPr lang="en-US"/>
            <a:t>Goal: Predict Zone 1 power consumption using weather variables </a:t>
          </a:r>
        </a:p>
      </dgm:t>
    </dgm:pt>
    <dgm:pt modelId="{5D6E21EC-3E75-42A8-B7BD-476A884A3333}" type="parTrans" cxnId="{E632F28F-989B-4964-B140-5F8FCD8BA772}">
      <dgm:prSet/>
      <dgm:spPr/>
      <dgm:t>
        <a:bodyPr/>
        <a:lstStyle/>
        <a:p>
          <a:endParaRPr lang="en-US"/>
        </a:p>
      </dgm:t>
    </dgm:pt>
    <dgm:pt modelId="{9F5F873F-1324-4743-8EDF-6A3B87D6B008}" type="sibTrans" cxnId="{E632F28F-989B-4964-B140-5F8FCD8BA772}">
      <dgm:prSet/>
      <dgm:spPr/>
      <dgm:t>
        <a:bodyPr/>
        <a:lstStyle/>
        <a:p>
          <a:endParaRPr lang="en-US"/>
        </a:p>
      </dgm:t>
    </dgm:pt>
    <dgm:pt modelId="{13477819-7D90-41C6-925F-943FAEC6B51E}">
      <dgm:prSet/>
      <dgm:spPr/>
      <dgm:t>
        <a:bodyPr/>
        <a:lstStyle/>
        <a:p>
          <a:r>
            <a:rPr lang="en-US" b="1"/>
            <a:t>Models Used</a:t>
          </a:r>
          <a:endParaRPr lang="en-US"/>
        </a:p>
      </dgm:t>
    </dgm:pt>
    <dgm:pt modelId="{F3BAD68C-4A97-4F09-A03C-5E8A68396609}" type="parTrans" cxnId="{B294D170-9022-4F38-A86E-8999D4F396F9}">
      <dgm:prSet/>
      <dgm:spPr/>
      <dgm:t>
        <a:bodyPr/>
        <a:lstStyle/>
        <a:p>
          <a:endParaRPr lang="en-US"/>
        </a:p>
      </dgm:t>
    </dgm:pt>
    <dgm:pt modelId="{7F7A7C4C-27A8-481A-907C-FD469FB5AFB7}" type="sibTrans" cxnId="{B294D170-9022-4F38-A86E-8999D4F396F9}">
      <dgm:prSet/>
      <dgm:spPr/>
      <dgm:t>
        <a:bodyPr/>
        <a:lstStyle/>
        <a:p>
          <a:endParaRPr lang="en-US"/>
        </a:p>
      </dgm:t>
    </dgm:pt>
    <dgm:pt modelId="{E2660F76-BBB3-4615-BDA6-AC7BC5FAF761}">
      <dgm:prSet/>
      <dgm:spPr/>
      <dgm:t>
        <a:bodyPr/>
        <a:lstStyle/>
        <a:p>
          <a:r>
            <a:rPr lang="en-US"/>
            <a:t>Multiple Linear Regression</a:t>
          </a:r>
        </a:p>
        <a:p>
          <a:r>
            <a:rPr lang="en-US"/>
            <a:t> </a:t>
          </a:r>
        </a:p>
      </dgm:t>
    </dgm:pt>
    <dgm:pt modelId="{52E4B0F5-E439-47BD-BC60-BC77EF71767E}" type="parTrans" cxnId="{5FD24DEF-0855-4600-9812-EC981D0A0C31}">
      <dgm:prSet/>
      <dgm:spPr/>
      <dgm:t>
        <a:bodyPr/>
        <a:lstStyle/>
        <a:p>
          <a:endParaRPr lang="en-US"/>
        </a:p>
      </dgm:t>
    </dgm:pt>
    <dgm:pt modelId="{5A4341B1-7038-4F44-8127-D388F15EE548}" type="sibTrans" cxnId="{5FD24DEF-0855-4600-9812-EC981D0A0C31}">
      <dgm:prSet/>
      <dgm:spPr/>
      <dgm:t>
        <a:bodyPr/>
        <a:lstStyle/>
        <a:p>
          <a:endParaRPr lang="en-US"/>
        </a:p>
      </dgm:t>
    </dgm:pt>
    <dgm:pt modelId="{ADB875BC-B19C-4606-AE38-D00CF690403F}">
      <dgm:prSet/>
      <dgm:spPr/>
      <dgm:t>
        <a:bodyPr/>
        <a:lstStyle/>
        <a:p>
          <a:r>
            <a:rPr lang="en-US"/>
            <a:t>LASSO Regression </a:t>
          </a:r>
        </a:p>
        <a:p>
          <a:endParaRPr lang="en-US"/>
        </a:p>
      </dgm:t>
    </dgm:pt>
    <dgm:pt modelId="{48230CF1-6F30-458C-BCE7-A82CFBF6C600}" type="parTrans" cxnId="{B1045F7C-E1FD-432F-87FC-F151D1D898B2}">
      <dgm:prSet/>
      <dgm:spPr/>
      <dgm:t>
        <a:bodyPr/>
        <a:lstStyle/>
        <a:p>
          <a:endParaRPr lang="en-US"/>
        </a:p>
      </dgm:t>
    </dgm:pt>
    <dgm:pt modelId="{C96DF35D-4C1B-40CD-AAC4-BBC749599443}" type="sibTrans" cxnId="{B1045F7C-E1FD-432F-87FC-F151D1D898B2}">
      <dgm:prSet/>
      <dgm:spPr/>
      <dgm:t>
        <a:bodyPr/>
        <a:lstStyle/>
        <a:p>
          <a:endParaRPr lang="en-US"/>
        </a:p>
      </dgm:t>
    </dgm:pt>
    <dgm:pt modelId="{14B8A020-9F8C-4899-A5DD-BEEF12C1E6AC}">
      <dgm:prSet/>
      <dgm:spPr/>
      <dgm:t>
        <a:bodyPr/>
        <a:lstStyle/>
        <a:p>
          <a:r>
            <a:rPr lang="en-US"/>
            <a:t>Decision Tree Regression</a:t>
          </a:r>
        </a:p>
      </dgm:t>
    </dgm:pt>
    <dgm:pt modelId="{2D832211-8BE4-4292-8C6E-B9154D0EA6E5}" type="parTrans" cxnId="{C462073D-42AF-4BB1-BEC5-7A24AFCC8022}">
      <dgm:prSet/>
      <dgm:spPr/>
      <dgm:t>
        <a:bodyPr/>
        <a:lstStyle/>
        <a:p>
          <a:endParaRPr lang="en-US"/>
        </a:p>
      </dgm:t>
    </dgm:pt>
    <dgm:pt modelId="{A45A3F15-57C9-4DCE-8A1F-313DC3AD91F2}" type="sibTrans" cxnId="{C462073D-42AF-4BB1-BEC5-7A24AFCC8022}">
      <dgm:prSet/>
      <dgm:spPr/>
      <dgm:t>
        <a:bodyPr/>
        <a:lstStyle/>
        <a:p>
          <a:endParaRPr lang="en-US"/>
        </a:p>
      </dgm:t>
    </dgm:pt>
    <dgm:pt modelId="{862C1D62-6CA5-476A-ACF5-EEA0F9034CC4}">
      <dgm:prSet/>
      <dgm:spPr/>
      <dgm:t>
        <a:bodyPr/>
        <a:lstStyle/>
        <a:p>
          <a:r>
            <a:rPr lang="en-US" b="1"/>
            <a:t>Evaluation Metric</a:t>
          </a:r>
          <a:endParaRPr lang="en-US"/>
        </a:p>
      </dgm:t>
    </dgm:pt>
    <dgm:pt modelId="{1B5FD59B-4387-4516-AE52-6480E15D8D31}" type="parTrans" cxnId="{13C6898D-B22B-418C-80FF-08C57A7CB944}">
      <dgm:prSet/>
      <dgm:spPr/>
      <dgm:t>
        <a:bodyPr/>
        <a:lstStyle/>
        <a:p>
          <a:endParaRPr lang="en-US"/>
        </a:p>
      </dgm:t>
    </dgm:pt>
    <dgm:pt modelId="{A55B11C6-F1FA-4F65-A516-9986CD86600B}" type="sibTrans" cxnId="{13C6898D-B22B-418C-80FF-08C57A7CB944}">
      <dgm:prSet/>
      <dgm:spPr/>
      <dgm:t>
        <a:bodyPr/>
        <a:lstStyle/>
        <a:p>
          <a:endParaRPr lang="en-US"/>
        </a:p>
      </dgm:t>
    </dgm:pt>
    <dgm:pt modelId="{AC8F972E-B28B-4510-BDDE-524785CF782A}">
      <dgm:prSet/>
      <dgm:spPr/>
      <dgm:t>
        <a:bodyPr/>
        <a:lstStyle/>
        <a:p>
          <a:r>
            <a:rPr lang="en-US"/>
            <a:t>Models compared using RMSE (Root Mean Squared Error) on the test dataset</a:t>
          </a:r>
        </a:p>
      </dgm:t>
    </dgm:pt>
    <dgm:pt modelId="{9EAC9E70-80D2-457B-8E32-1A97F2B4B4EF}" type="parTrans" cxnId="{2AC7D776-6D1C-441F-A828-35C45F3474EB}">
      <dgm:prSet/>
      <dgm:spPr/>
      <dgm:t>
        <a:bodyPr/>
        <a:lstStyle/>
        <a:p>
          <a:endParaRPr lang="en-US"/>
        </a:p>
      </dgm:t>
    </dgm:pt>
    <dgm:pt modelId="{278DF1BF-A172-4E73-8B1F-63B786D022D1}" type="sibTrans" cxnId="{2AC7D776-6D1C-441F-A828-35C45F3474EB}">
      <dgm:prSet/>
      <dgm:spPr/>
      <dgm:t>
        <a:bodyPr/>
        <a:lstStyle/>
        <a:p>
          <a:endParaRPr lang="en-US"/>
        </a:p>
      </dgm:t>
    </dgm:pt>
    <dgm:pt modelId="{B94443FF-F965-4415-B470-1BA4876CA785}" type="pres">
      <dgm:prSet presAssocID="{5AA06F6D-1B74-4257-B624-821ABC7BCDAA}" presName="Name0" presStyleCnt="0">
        <dgm:presLayoutVars>
          <dgm:dir/>
          <dgm:animLvl val="lvl"/>
          <dgm:resizeHandles val="exact"/>
        </dgm:presLayoutVars>
      </dgm:prSet>
      <dgm:spPr/>
    </dgm:pt>
    <dgm:pt modelId="{BEF516ED-6068-4961-9AC1-4AB367DAEB37}" type="pres">
      <dgm:prSet presAssocID="{148904C8-AC73-4F5B-B278-A2BFED9CA64F}" presName="composite" presStyleCnt="0"/>
      <dgm:spPr/>
    </dgm:pt>
    <dgm:pt modelId="{5B7746E4-EB1B-491D-A6E5-A9CF07410656}" type="pres">
      <dgm:prSet presAssocID="{148904C8-AC73-4F5B-B278-A2BFED9CA64F}" presName="parTx" presStyleLbl="alignNode1" presStyleIdx="0" presStyleCnt="4">
        <dgm:presLayoutVars>
          <dgm:chMax val="0"/>
          <dgm:chPref val="0"/>
        </dgm:presLayoutVars>
      </dgm:prSet>
      <dgm:spPr/>
    </dgm:pt>
    <dgm:pt modelId="{F92613A7-7B40-45A6-A320-4E29642382A6}" type="pres">
      <dgm:prSet presAssocID="{148904C8-AC73-4F5B-B278-A2BFED9CA64F}" presName="desTx" presStyleLbl="alignAccFollowNode1" presStyleIdx="0" presStyleCnt="4">
        <dgm:presLayoutVars/>
      </dgm:prSet>
      <dgm:spPr/>
    </dgm:pt>
    <dgm:pt modelId="{FF1E2829-29CF-4700-AFA3-BAD526DD745F}" type="pres">
      <dgm:prSet presAssocID="{6F505D8F-E00A-48CB-A8A4-B5D869BBA380}" presName="space" presStyleCnt="0"/>
      <dgm:spPr/>
    </dgm:pt>
    <dgm:pt modelId="{442B2FC6-0FB5-46A3-9415-1F51B326F4B5}" type="pres">
      <dgm:prSet presAssocID="{4CD6804B-043E-4E5F-8852-191DEBEA3D09}" presName="composite" presStyleCnt="0"/>
      <dgm:spPr/>
    </dgm:pt>
    <dgm:pt modelId="{918FFCC2-161B-4655-85D5-7A288F1EA7FB}" type="pres">
      <dgm:prSet presAssocID="{4CD6804B-043E-4E5F-8852-191DEBEA3D09}" presName="parTx" presStyleLbl="alignNode1" presStyleIdx="1" presStyleCnt="4">
        <dgm:presLayoutVars>
          <dgm:chMax val="0"/>
          <dgm:chPref val="0"/>
        </dgm:presLayoutVars>
      </dgm:prSet>
      <dgm:spPr/>
    </dgm:pt>
    <dgm:pt modelId="{6B311482-0311-43A3-BB81-E67C305CF5B3}" type="pres">
      <dgm:prSet presAssocID="{4CD6804B-043E-4E5F-8852-191DEBEA3D09}" presName="desTx" presStyleLbl="alignAccFollowNode1" presStyleIdx="1" presStyleCnt="4">
        <dgm:presLayoutVars/>
      </dgm:prSet>
      <dgm:spPr/>
    </dgm:pt>
    <dgm:pt modelId="{F0D17B28-EC48-4448-A8EF-01D0054610AB}" type="pres">
      <dgm:prSet presAssocID="{8F1750D4-9084-42AA-B21F-2865EC659B55}" presName="space" presStyleCnt="0"/>
      <dgm:spPr/>
    </dgm:pt>
    <dgm:pt modelId="{E0A19619-C412-41E8-8327-CA024EC5B239}" type="pres">
      <dgm:prSet presAssocID="{13477819-7D90-41C6-925F-943FAEC6B51E}" presName="composite" presStyleCnt="0"/>
      <dgm:spPr/>
    </dgm:pt>
    <dgm:pt modelId="{EC4F3285-7D7F-4296-92CE-12D3758F9323}" type="pres">
      <dgm:prSet presAssocID="{13477819-7D90-41C6-925F-943FAEC6B51E}" presName="parTx" presStyleLbl="alignNode1" presStyleIdx="2" presStyleCnt="4">
        <dgm:presLayoutVars>
          <dgm:chMax val="0"/>
          <dgm:chPref val="0"/>
        </dgm:presLayoutVars>
      </dgm:prSet>
      <dgm:spPr/>
    </dgm:pt>
    <dgm:pt modelId="{F3154A5F-F586-4704-9CAA-723439077263}" type="pres">
      <dgm:prSet presAssocID="{13477819-7D90-41C6-925F-943FAEC6B51E}" presName="desTx" presStyleLbl="alignAccFollowNode1" presStyleIdx="2" presStyleCnt="4">
        <dgm:presLayoutVars/>
      </dgm:prSet>
      <dgm:spPr/>
    </dgm:pt>
    <dgm:pt modelId="{70FB4BAC-285F-47FC-A65F-754A8FE8EB08}" type="pres">
      <dgm:prSet presAssocID="{7F7A7C4C-27A8-481A-907C-FD469FB5AFB7}" presName="space" presStyleCnt="0"/>
      <dgm:spPr/>
    </dgm:pt>
    <dgm:pt modelId="{98663E03-F1B1-4721-BA5A-967A71FBEDF6}" type="pres">
      <dgm:prSet presAssocID="{862C1D62-6CA5-476A-ACF5-EEA0F9034CC4}" presName="composite" presStyleCnt="0"/>
      <dgm:spPr/>
    </dgm:pt>
    <dgm:pt modelId="{3233E67B-8326-4CA8-9EED-8D2540E01C55}" type="pres">
      <dgm:prSet presAssocID="{862C1D62-6CA5-476A-ACF5-EEA0F9034CC4}" presName="parTx" presStyleLbl="alignNode1" presStyleIdx="3" presStyleCnt="4">
        <dgm:presLayoutVars>
          <dgm:chMax val="0"/>
          <dgm:chPref val="0"/>
        </dgm:presLayoutVars>
      </dgm:prSet>
      <dgm:spPr/>
    </dgm:pt>
    <dgm:pt modelId="{D71F9FBD-E39A-42E4-88C3-68F9882595F7}" type="pres">
      <dgm:prSet presAssocID="{862C1D62-6CA5-476A-ACF5-EEA0F9034CC4}" presName="desTx" presStyleLbl="alignAccFollowNode1" presStyleIdx="3" presStyleCnt="4">
        <dgm:presLayoutVars/>
      </dgm:prSet>
      <dgm:spPr/>
    </dgm:pt>
  </dgm:ptLst>
  <dgm:cxnLst>
    <dgm:cxn modelId="{64CB0A04-725C-4624-9B8F-CCF7194EC9AD}" srcId="{148904C8-AC73-4F5B-B278-A2BFED9CA64F}" destId="{6369C9AE-56CA-441B-B578-5C74A83FF767}" srcOrd="3" destOrd="0" parTransId="{15D2407B-25FD-4A75-A3DC-B50E9EEFD47E}" sibTransId="{28ABA21A-3D77-4F86-BA8A-2FAE5448AE8D}"/>
    <dgm:cxn modelId="{F007A604-39E7-479D-9BAC-8FFF1374911E}" type="presOf" srcId="{4379CBBF-C773-4FF4-95FB-D86E62002917}" destId="{F92613A7-7B40-45A6-A320-4E29642382A6}" srcOrd="0" destOrd="1" presId="urn:microsoft.com/office/officeart/2016/7/layout/HorizontalActionList"/>
    <dgm:cxn modelId="{016D8B0D-F5FD-498E-8609-0E527B84BEE8}" srcId="{148904C8-AC73-4F5B-B278-A2BFED9CA64F}" destId="{5A15D707-7287-4EC0-BB69-354AE1DEF60C}" srcOrd="2" destOrd="0" parTransId="{FEB09011-F134-4268-A00B-5308351550F8}" sibTransId="{6C485DAA-9DC6-4E09-BC7D-B6E6525CC289}"/>
    <dgm:cxn modelId="{7790AE14-E9F9-400E-8C10-0D4553770B70}" type="presOf" srcId="{148904C8-AC73-4F5B-B278-A2BFED9CA64F}" destId="{5B7746E4-EB1B-491D-A6E5-A9CF07410656}" srcOrd="0" destOrd="0" presId="urn:microsoft.com/office/officeart/2016/7/layout/HorizontalActionList"/>
    <dgm:cxn modelId="{D8B7C021-5016-404B-8F66-A5CCCCDAC8F9}" srcId="{148904C8-AC73-4F5B-B278-A2BFED9CA64F}" destId="{EB651F16-83DE-466A-9991-9CFF90EDCA69}" srcOrd="0" destOrd="0" parTransId="{3D8B4FBF-D4F5-444E-AF6C-A0E4F01B4A92}" sibTransId="{BA10BA60-B1D5-4361-88D1-46696306961D}"/>
    <dgm:cxn modelId="{6FB3C822-84F0-4EBB-92B3-AFFB423F7762}" type="presOf" srcId="{14B8A020-9F8C-4899-A5DD-BEEF12C1E6AC}" destId="{F3154A5F-F586-4704-9CAA-723439077263}" srcOrd="0" destOrd="2" presId="urn:microsoft.com/office/officeart/2016/7/layout/HorizontalActionList"/>
    <dgm:cxn modelId="{D2938439-A6BB-48F3-B05B-78E160D619A5}" type="presOf" srcId="{D62F82A4-E9AB-4178-9582-EF1ADCDF109F}" destId="{6B311482-0311-43A3-BB81-E67C305CF5B3}" srcOrd="0" destOrd="2" presId="urn:microsoft.com/office/officeart/2016/7/layout/HorizontalActionList"/>
    <dgm:cxn modelId="{AAE8A139-4E27-4910-BB58-950740971278}" type="presOf" srcId="{EB651F16-83DE-466A-9991-9CFF90EDCA69}" destId="{F92613A7-7B40-45A6-A320-4E29642382A6}" srcOrd="0" destOrd="0" presId="urn:microsoft.com/office/officeart/2016/7/layout/HorizontalActionList"/>
    <dgm:cxn modelId="{C462073D-42AF-4BB1-BEC5-7A24AFCC8022}" srcId="{13477819-7D90-41C6-925F-943FAEC6B51E}" destId="{14B8A020-9F8C-4899-A5DD-BEEF12C1E6AC}" srcOrd="2" destOrd="0" parTransId="{2D832211-8BE4-4292-8C6E-B9154D0EA6E5}" sibTransId="{A45A3F15-57C9-4DCE-8A1F-313DC3AD91F2}"/>
    <dgm:cxn modelId="{BC9EE443-1FBF-46FA-8D3B-732C087A93D5}" type="presOf" srcId="{6369C9AE-56CA-441B-B578-5C74A83FF767}" destId="{F92613A7-7B40-45A6-A320-4E29642382A6}" srcOrd="0" destOrd="3" presId="urn:microsoft.com/office/officeart/2016/7/layout/HorizontalActionList"/>
    <dgm:cxn modelId="{FA39CD44-6941-4E98-8A19-6A3B3FC0BEE7}" srcId="{5AA06F6D-1B74-4257-B624-821ABC7BCDAA}" destId="{148904C8-AC73-4F5B-B278-A2BFED9CA64F}" srcOrd="0" destOrd="0" parTransId="{5920BFD0-E5C3-4911-B69C-56FFB1B4D942}" sibTransId="{6F505D8F-E00A-48CB-A8A4-B5D869BBA380}"/>
    <dgm:cxn modelId="{5F8DE567-31F4-44B7-8522-2EFFFC873995}" type="presOf" srcId="{862C1D62-6CA5-476A-ACF5-EEA0F9034CC4}" destId="{3233E67B-8326-4CA8-9EED-8D2540E01C55}" srcOrd="0" destOrd="0" presId="urn:microsoft.com/office/officeart/2016/7/layout/HorizontalActionList"/>
    <dgm:cxn modelId="{7F9CF047-25ED-4048-A092-393AC00376C9}" type="presOf" srcId="{E2660F76-BBB3-4615-BDA6-AC7BC5FAF761}" destId="{F3154A5F-F586-4704-9CAA-723439077263}" srcOrd="0" destOrd="0" presId="urn:microsoft.com/office/officeart/2016/7/layout/HorizontalActionList"/>
    <dgm:cxn modelId="{6494546F-5DD9-4530-9FA9-6B09A5235924}" srcId="{4CD6804B-043E-4E5F-8852-191DEBEA3D09}" destId="{D62F82A4-E9AB-4178-9582-EF1ADCDF109F}" srcOrd="2" destOrd="0" parTransId="{AE43F3ED-B374-49FF-A0D5-81EDDAC82554}" sibTransId="{0130D6C9-4911-4984-921D-008033EACB5F}"/>
    <dgm:cxn modelId="{B294D170-9022-4F38-A86E-8999D4F396F9}" srcId="{5AA06F6D-1B74-4257-B624-821ABC7BCDAA}" destId="{13477819-7D90-41C6-925F-943FAEC6B51E}" srcOrd="2" destOrd="0" parTransId="{F3BAD68C-4A97-4F09-A03C-5E8A68396609}" sibTransId="{7F7A7C4C-27A8-481A-907C-FD469FB5AFB7}"/>
    <dgm:cxn modelId="{2AC7D776-6D1C-441F-A828-35C45F3474EB}" srcId="{862C1D62-6CA5-476A-ACF5-EEA0F9034CC4}" destId="{AC8F972E-B28B-4510-BDDE-524785CF782A}" srcOrd="0" destOrd="0" parTransId="{9EAC9E70-80D2-457B-8E32-1A97F2B4B4EF}" sibTransId="{278DF1BF-A172-4E73-8B1F-63B786D022D1}"/>
    <dgm:cxn modelId="{C111135A-5F9B-4245-89CF-14FBE49B6ED8}" srcId="{148904C8-AC73-4F5B-B278-A2BFED9CA64F}" destId="{4379CBBF-C773-4FF4-95FB-D86E62002917}" srcOrd="1" destOrd="0" parTransId="{35354F02-1461-434E-83E9-EE30ADB3FE88}" sibTransId="{7229CF5F-2603-41E6-98AC-B7117F28EE5E}"/>
    <dgm:cxn modelId="{B1045F7C-E1FD-432F-87FC-F151D1D898B2}" srcId="{13477819-7D90-41C6-925F-943FAEC6B51E}" destId="{ADB875BC-B19C-4606-AE38-D00CF690403F}" srcOrd="1" destOrd="0" parTransId="{48230CF1-6F30-458C-BCE7-A82CFBF6C600}" sibTransId="{C96DF35D-4C1B-40CD-AAC4-BBC749599443}"/>
    <dgm:cxn modelId="{CCD80F83-CA8E-4AF9-A75B-2F84E822286A}" type="presOf" srcId="{DE5FBF91-633A-4616-8C1D-7816C0AF711F}" destId="{6B311482-0311-43A3-BB81-E67C305CF5B3}" srcOrd="0" destOrd="1" presId="urn:microsoft.com/office/officeart/2016/7/layout/HorizontalActionList"/>
    <dgm:cxn modelId="{78B51F89-47CD-4CA3-BA19-D0CBC8BE89BC}" type="presOf" srcId="{5A15D707-7287-4EC0-BB69-354AE1DEF60C}" destId="{F92613A7-7B40-45A6-A320-4E29642382A6}" srcOrd="0" destOrd="2" presId="urn:microsoft.com/office/officeart/2016/7/layout/HorizontalActionList"/>
    <dgm:cxn modelId="{13C6898D-B22B-418C-80FF-08C57A7CB944}" srcId="{5AA06F6D-1B74-4257-B624-821ABC7BCDAA}" destId="{862C1D62-6CA5-476A-ACF5-EEA0F9034CC4}" srcOrd="3" destOrd="0" parTransId="{1B5FD59B-4387-4516-AE52-6480E15D8D31}" sibTransId="{A55B11C6-F1FA-4F65-A516-9986CD86600B}"/>
    <dgm:cxn modelId="{61C2BE8E-C3ED-4EF7-8294-3B520CFED351}" srcId="{4CD6804B-043E-4E5F-8852-191DEBEA3D09}" destId="{DE5FBF91-633A-4616-8C1D-7816C0AF711F}" srcOrd="1" destOrd="0" parTransId="{882A5269-AA28-4B8B-BAA6-F607C597AA86}" sibTransId="{6FBD3CE0-E345-433F-8B19-19F04FC0C194}"/>
    <dgm:cxn modelId="{E632F28F-989B-4964-B140-5F8FCD8BA772}" srcId="{4CD6804B-043E-4E5F-8852-191DEBEA3D09}" destId="{976EBDD0-E701-47F6-81E2-A7C3CC765F46}" srcOrd="3" destOrd="0" parTransId="{5D6E21EC-3E75-42A8-B7BD-476A884A3333}" sibTransId="{9F5F873F-1324-4743-8EDF-6A3B87D6B008}"/>
    <dgm:cxn modelId="{89837392-6D69-4C18-A180-BB68B96FEE39}" type="presOf" srcId="{13477819-7D90-41C6-925F-943FAEC6B51E}" destId="{EC4F3285-7D7F-4296-92CE-12D3758F9323}" srcOrd="0" destOrd="0" presId="urn:microsoft.com/office/officeart/2016/7/layout/HorizontalActionList"/>
    <dgm:cxn modelId="{BF49A497-F9A8-4E3B-B0C3-E6C3270C9CE5}" type="presOf" srcId="{AC8F972E-B28B-4510-BDDE-524785CF782A}" destId="{D71F9FBD-E39A-42E4-88C3-68F9882595F7}" srcOrd="0" destOrd="0" presId="urn:microsoft.com/office/officeart/2016/7/layout/HorizontalActionList"/>
    <dgm:cxn modelId="{292F429B-3F41-4286-8187-D446E0B6C0F4}" type="presOf" srcId="{4CD6804B-043E-4E5F-8852-191DEBEA3D09}" destId="{918FFCC2-161B-4655-85D5-7A288F1EA7FB}" srcOrd="0" destOrd="0" presId="urn:microsoft.com/office/officeart/2016/7/layout/HorizontalActionList"/>
    <dgm:cxn modelId="{3536679D-8DCF-4668-91D9-9D5A057DBF39}" type="presOf" srcId="{5AA06F6D-1B74-4257-B624-821ABC7BCDAA}" destId="{B94443FF-F965-4415-B470-1BA4876CA785}" srcOrd="0" destOrd="0" presId="urn:microsoft.com/office/officeart/2016/7/layout/HorizontalActionList"/>
    <dgm:cxn modelId="{BD301D9E-132B-4CE4-96FC-5FC227ED2785}" srcId="{4CD6804B-043E-4E5F-8852-191DEBEA3D09}" destId="{53ABE832-4A0A-4EFA-9972-5B75D5E88EB4}" srcOrd="0" destOrd="0" parTransId="{165B6B4E-DB18-4BC4-97DF-491DD1985251}" sibTransId="{3B0118C5-C5F3-473E-9140-6EF7AA6F3644}"/>
    <dgm:cxn modelId="{80F586BD-23B9-490C-A3F1-FE5DD6E66DDC}" type="presOf" srcId="{53ABE832-4A0A-4EFA-9972-5B75D5E88EB4}" destId="{6B311482-0311-43A3-BB81-E67C305CF5B3}" srcOrd="0" destOrd="0" presId="urn:microsoft.com/office/officeart/2016/7/layout/HorizontalActionList"/>
    <dgm:cxn modelId="{9AA8E4CD-DB14-4E91-AA13-2D5F2A24700F}" type="presOf" srcId="{ADB875BC-B19C-4606-AE38-D00CF690403F}" destId="{F3154A5F-F586-4704-9CAA-723439077263}" srcOrd="0" destOrd="1" presId="urn:microsoft.com/office/officeart/2016/7/layout/HorizontalActionList"/>
    <dgm:cxn modelId="{54D0FDD5-856C-46F1-8FF2-16BF3B7B8EB0}" type="presOf" srcId="{976EBDD0-E701-47F6-81E2-A7C3CC765F46}" destId="{6B311482-0311-43A3-BB81-E67C305CF5B3}" srcOrd="0" destOrd="3" presId="urn:microsoft.com/office/officeart/2016/7/layout/HorizontalActionList"/>
    <dgm:cxn modelId="{5FD24DEF-0855-4600-9812-EC981D0A0C31}" srcId="{13477819-7D90-41C6-925F-943FAEC6B51E}" destId="{E2660F76-BBB3-4615-BDA6-AC7BC5FAF761}" srcOrd="0" destOrd="0" parTransId="{52E4B0F5-E439-47BD-BC60-BC77EF71767E}" sibTransId="{5A4341B1-7038-4F44-8127-D388F15EE548}"/>
    <dgm:cxn modelId="{11E092FF-0D37-4F49-9EBB-13BB1272DBA7}" srcId="{5AA06F6D-1B74-4257-B624-821ABC7BCDAA}" destId="{4CD6804B-043E-4E5F-8852-191DEBEA3D09}" srcOrd="1" destOrd="0" parTransId="{E6180A79-F0F8-463C-BA2F-E6C0FDBF1670}" sibTransId="{8F1750D4-9084-42AA-B21F-2865EC659B55}"/>
    <dgm:cxn modelId="{2705EC47-08B8-470E-A059-10BD4CA96953}" type="presParOf" srcId="{B94443FF-F965-4415-B470-1BA4876CA785}" destId="{BEF516ED-6068-4961-9AC1-4AB367DAEB37}" srcOrd="0" destOrd="0" presId="urn:microsoft.com/office/officeart/2016/7/layout/HorizontalActionList"/>
    <dgm:cxn modelId="{5AAE66F4-E401-4FF5-A389-54DF7C526D9D}" type="presParOf" srcId="{BEF516ED-6068-4961-9AC1-4AB367DAEB37}" destId="{5B7746E4-EB1B-491D-A6E5-A9CF07410656}" srcOrd="0" destOrd="0" presId="urn:microsoft.com/office/officeart/2016/7/layout/HorizontalActionList"/>
    <dgm:cxn modelId="{70FACDC6-FE2F-47FF-A225-C718376181D6}" type="presParOf" srcId="{BEF516ED-6068-4961-9AC1-4AB367DAEB37}" destId="{F92613A7-7B40-45A6-A320-4E29642382A6}" srcOrd="1" destOrd="0" presId="urn:microsoft.com/office/officeart/2016/7/layout/HorizontalActionList"/>
    <dgm:cxn modelId="{CCF61BF9-AF62-4867-8AE3-9764E702F07C}" type="presParOf" srcId="{B94443FF-F965-4415-B470-1BA4876CA785}" destId="{FF1E2829-29CF-4700-AFA3-BAD526DD745F}" srcOrd="1" destOrd="0" presId="urn:microsoft.com/office/officeart/2016/7/layout/HorizontalActionList"/>
    <dgm:cxn modelId="{9A00987C-2C46-43C3-ABEA-8A7556A2198D}" type="presParOf" srcId="{B94443FF-F965-4415-B470-1BA4876CA785}" destId="{442B2FC6-0FB5-46A3-9415-1F51B326F4B5}" srcOrd="2" destOrd="0" presId="urn:microsoft.com/office/officeart/2016/7/layout/HorizontalActionList"/>
    <dgm:cxn modelId="{EE7CAF79-4F74-45C0-8F1B-DEDA7C638659}" type="presParOf" srcId="{442B2FC6-0FB5-46A3-9415-1F51B326F4B5}" destId="{918FFCC2-161B-4655-85D5-7A288F1EA7FB}" srcOrd="0" destOrd="0" presId="urn:microsoft.com/office/officeart/2016/7/layout/HorizontalActionList"/>
    <dgm:cxn modelId="{29F0CE83-4628-4A88-AF0A-7F3DD5A26359}" type="presParOf" srcId="{442B2FC6-0FB5-46A3-9415-1F51B326F4B5}" destId="{6B311482-0311-43A3-BB81-E67C305CF5B3}" srcOrd="1" destOrd="0" presId="urn:microsoft.com/office/officeart/2016/7/layout/HorizontalActionList"/>
    <dgm:cxn modelId="{0B88329F-EFAE-419C-93EF-7382936CDA38}" type="presParOf" srcId="{B94443FF-F965-4415-B470-1BA4876CA785}" destId="{F0D17B28-EC48-4448-A8EF-01D0054610AB}" srcOrd="3" destOrd="0" presId="urn:microsoft.com/office/officeart/2016/7/layout/HorizontalActionList"/>
    <dgm:cxn modelId="{2DA50B3D-FE1B-4D52-81CC-E07ADF66AF83}" type="presParOf" srcId="{B94443FF-F965-4415-B470-1BA4876CA785}" destId="{E0A19619-C412-41E8-8327-CA024EC5B239}" srcOrd="4" destOrd="0" presId="urn:microsoft.com/office/officeart/2016/7/layout/HorizontalActionList"/>
    <dgm:cxn modelId="{164F3898-6BC9-4BB5-B36F-90E13B9AA02E}" type="presParOf" srcId="{E0A19619-C412-41E8-8327-CA024EC5B239}" destId="{EC4F3285-7D7F-4296-92CE-12D3758F9323}" srcOrd="0" destOrd="0" presId="urn:microsoft.com/office/officeart/2016/7/layout/HorizontalActionList"/>
    <dgm:cxn modelId="{5DE4F413-6B95-49D1-808D-07CFACBB76AC}" type="presParOf" srcId="{E0A19619-C412-41E8-8327-CA024EC5B239}" destId="{F3154A5F-F586-4704-9CAA-723439077263}" srcOrd="1" destOrd="0" presId="urn:microsoft.com/office/officeart/2016/7/layout/HorizontalActionList"/>
    <dgm:cxn modelId="{7F5D832F-A163-4DD9-A59B-C1DC510DC988}" type="presParOf" srcId="{B94443FF-F965-4415-B470-1BA4876CA785}" destId="{70FB4BAC-285F-47FC-A65F-754A8FE8EB08}" srcOrd="5" destOrd="0" presId="urn:microsoft.com/office/officeart/2016/7/layout/HorizontalActionList"/>
    <dgm:cxn modelId="{99B3EA32-8193-4FB1-8C0F-FF1D1D43AE16}" type="presParOf" srcId="{B94443FF-F965-4415-B470-1BA4876CA785}" destId="{98663E03-F1B1-4721-BA5A-967A71FBEDF6}" srcOrd="6" destOrd="0" presId="urn:microsoft.com/office/officeart/2016/7/layout/HorizontalActionList"/>
    <dgm:cxn modelId="{0F13CA03-2677-4A08-886B-1E9A160B3CD0}" type="presParOf" srcId="{98663E03-F1B1-4721-BA5A-967A71FBEDF6}" destId="{3233E67B-8326-4CA8-9EED-8D2540E01C55}" srcOrd="0" destOrd="0" presId="urn:microsoft.com/office/officeart/2016/7/layout/HorizontalActionList"/>
    <dgm:cxn modelId="{29FFDE12-1780-4A55-B0F0-71861F769EC7}" type="presParOf" srcId="{98663E03-F1B1-4721-BA5A-967A71FBEDF6}" destId="{D71F9FBD-E39A-42E4-88C3-68F9882595F7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F3FB77-4DA2-422F-B9E6-53C4E4CB030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768547F-3799-45E7-99EF-659DF11611EA}">
      <dgm:prSet/>
      <dgm:spPr/>
      <dgm:t>
        <a:bodyPr/>
        <a:lstStyle/>
        <a:p>
          <a:r>
            <a:rPr lang="en-US"/>
            <a:t>Loaded raw CSV file</a:t>
          </a:r>
        </a:p>
      </dgm:t>
    </dgm:pt>
    <dgm:pt modelId="{EE000FE8-12EF-43BD-9087-83EA3B72DCB6}" type="parTrans" cxnId="{E3D16376-E77C-48DF-AA30-FDB9F8D0D8B2}">
      <dgm:prSet/>
      <dgm:spPr/>
      <dgm:t>
        <a:bodyPr/>
        <a:lstStyle/>
        <a:p>
          <a:endParaRPr lang="en-US"/>
        </a:p>
      </dgm:t>
    </dgm:pt>
    <dgm:pt modelId="{63529B0B-C7FB-416E-8362-BD40A08E8C79}" type="sibTrans" cxnId="{E3D16376-E77C-48DF-AA30-FDB9F8D0D8B2}">
      <dgm:prSet/>
      <dgm:spPr/>
      <dgm:t>
        <a:bodyPr/>
        <a:lstStyle/>
        <a:p>
          <a:endParaRPr lang="en-US"/>
        </a:p>
      </dgm:t>
    </dgm:pt>
    <dgm:pt modelId="{D51144EF-6D6C-40EB-B83C-8E9F8D03FCC8}">
      <dgm:prSet/>
      <dgm:spPr/>
      <dgm:t>
        <a:bodyPr/>
        <a:lstStyle/>
        <a:p>
          <a:r>
            <a:rPr lang="en-US"/>
            <a:t>Standardized names using make.names() so R could use column easily</a:t>
          </a:r>
        </a:p>
      </dgm:t>
    </dgm:pt>
    <dgm:pt modelId="{623A9888-788C-40B8-8290-CC7CEC8F1152}" type="parTrans" cxnId="{E758931F-CBCD-40B4-9572-3FB25FA10410}">
      <dgm:prSet/>
      <dgm:spPr/>
      <dgm:t>
        <a:bodyPr/>
        <a:lstStyle/>
        <a:p>
          <a:endParaRPr lang="en-US"/>
        </a:p>
      </dgm:t>
    </dgm:pt>
    <dgm:pt modelId="{F9D06BE1-DF80-45E5-8CA7-8BB3F1CEE3FC}" type="sibTrans" cxnId="{E758931F-CBCD-40B4-9572-3FB25FA10410}">
      <dgm:prSet/>
      <dgm:spPr/>
      <dgm:t>
        <a:bodyPr/>
        <a:lstStyle/>
        <a:p>
          <a:endParaRPr lang="en-US"/>
        </a:p>
      </dgm:t>
    </dgm:pt>
    <dgm:pt modelId="{5A56FBA7-78AF-4385-8538-FD78AAA7053B}">
      <dgm:prSet/>
      <dgm:spPr/>
      <dgm:t>
        <a:bodyPr/>
        <a:lstStyle/>
        <a:p>
          <a:r>
            <a:rPr lang="en-US"/>
            <a:t>Converted Data Time from text into data-time format</a:t>
          </a:r>
        </a:p>
      </dgm:t>
    </dgm:pt>
    <dgm:pt modelId="{970656FA-07F7-47FE-943A-472C7A7140C9}" type="parTrans" cxnId="{5DCFFF4A-F358-47BB-92B4-A2D1EFD2C40D}">
      <dgm:prSet/>
      <dgm:spPr/>
      <dgm:t>
        <a:bodyPr/>
        <a:lstStyle/>
        <a:p>
          <a:endParaRPr lang="en-US"/>
        </a:p>
      </dgm:t>
    </dgm:pt>
    <dgm:pt modelId="{C263AF77-3069-4FCD-9FD3-4BD7A29B383F}" type="sibTrans" cxnId="{5DCFFF4A-F358-47BB-92B4-A2D1EFD2C40D}">
      <dgm:prSet/>
      <dgm:spPr/>
      <dgm:t>
        <a:bodyPr/>
        <a:lstStyle/>
        <a:p>
          <a:endParaRPr lang="en-US"/>
        </a:p>
      </dgm:t>
    </dgm:pt>
    <dgm:pt modelId="{985DBAFA-6E64-4E51-8B51-041AF63138D7}">
      <dgm:prSet/>
      <dgm:spPr/>
      <dgm:t>
        <a:bodyPr/>
        <a:lstStyle/>
        <a:p>
          <a:r>
            <a:rPr lang="en-US"/>
            <a:t>Checked missing values : only 6 rows had missing DateTime</a:t>
          </a:r>
        </a:p>
      </dgm:t>
    </dgm:pt>
    <dgm:pt modelId="{C90ED5C7-D726-41BF-B9EE-3628E030CD4E}" type="parTrans" cxnId="{C0593DBC-9670-4FD7-A27D-CA6191BB098C}">
      <dgm:prSet/>
      <dgm:spPr/>
      <dgm:t>
        <a:bodyPr/>
        <a:lstStyle/>
        <a:p>
          <a:endParaRPr lang="en-US"/>
        </a:p>
      </dgm:t>
    </dgm:pt>
    <dgm:pt modelId="{9AAF92E4-5B7B-4CA9-AE9A-AFE5CD978A05}" type="sibTrans" cxnId="{C0593DBC-9670-4FD7-A27D-CA6191BB098C}">
      <dgm:prSet/>
      <dgm:spPr/>
      <dgm:t>
        <a:bodyPr/>
        <a:lstStyle/>
        <a:p>
          <a:endParaRPr lang="en-US"/>
        </a:p>
      </dgm:t>
    </dgm:pt>
    <dgm:pt modelId="{9CDC11AD-5024-4802-8091-A46978E22666}">
      <dgm:prSet/>
      <dgm:spPr/>
      <dgm:t>
        <a:bodyPr/>
        <a:lstStyle/>
        <a:p>
          <a:r>
            <a:rPr lang="en-US"/>
            <a:t>Removes those rows because dataset is large</a:t>
          </a:r>
        </a:p>
      </dgm:t>
    </dgm:pt>
    <dgm:pt modelId="{7D3FD41B-4138-4278-A6DE-2F6A61534413}" type="parTrans" cxnId="{9880DC4A-E307-4499-B0F0-9D12E78CCE17}">
      <dgm:prSet/>
      <dgm:spPr/>
      <dgm:t>
        <a:bodyPr/>
        <a:lstStyle/>
        <a:p>
          <a:endParaRPr lang="en-US"/>
        </a:p>
      </dgm:t>
    </dgm:pt>
    <dgm:pt modelId="{93ADD775-B70F-4221-997F-E6C627B51B16}" type="sibTrans" cxnId="{9880DC4A-E307-4499-B0F0-9D12E78CCE17}">
      <dgm:prSet/>
      <dgm:spPr/>
      <dgm:t>
        <a:bodyPr/>
        <a:lstStyle/>
        <a:p>
          <a:endParaRPr lang="en-US"/>
        </a:p>
      </dgm:t>
    </dgm:pt>
    <dgm:pt modelId="{D9444BBA-235C-49B3-BC7F-D2F50192FA75}">
      <dgm:prSet/>
      <dgm:spPr/>
      <dgm:t>
        <a:bodyPr/>
        <a:lstStyle/>
        <a:p>
          <a:r>
            <a:rPr lang="en-US"/>
            <a:t>Checked for duplicates : none found</a:t>
          </a:r>
        </a:p>
      </dgm:t>
    </dgm:pt>
    <dgm:pt modelId="{01D74BBC-398F-4887-B05C-3E7DC96685F6}" type="parTrans" cxnId="{1DC9F7E4-8212-4E11-AD43-811952FC495E}">
      <dgm:prSet/>
      <dgm:spPr/>
      <dgm:t>
        <a:bodyPr/>
        <a:lstStyle/>
        <a:p>
          <a:endParaRPr lang="en-US"/>
        </a:p>
      </dgm:t>
    </dgm:pt>
    <dgm:pt modelId="{BDD36D6F-1EB9-4CA1-A763-0D1CC5F496A2}" type="sibTrans" cxnId="{1DC9F7E4-8212-4E11-AD43-811952FC495E}">
      <dgm:prSet/>
      <dgm:spPr/>
      <dgm:t>
        <a:bodyPr/>
        <a:lstStyle/>
        <a:p>
          <a:endParaRPr lang="en-US"/>
        </a:p>
      </dgm:t>
    </dgm:pt>
    <dgm:pt modelId="{64B48E9B-B0B2-483B-83CE-2B392A43716C}">
      <dgm:prSet/>
      <dgm:spPr/>
      <dgm:t>
        <a:bodyPr/>
        <a:lstStyle/>
        <a:p>
          <a:r>
            <a:rPr lang="en-US"/>
            <a:t>Added new columns : Hour, Day, Month, Year</a:t>
          </a:r>
        </a:p>
      </dgm:t>
    </dgm:pt>
    <dgm:pt modelId="{D39246D6-D355-427A-BC57-88D1E7418ECE}" type="parTrans" cxnId="{0843EC0D-E1CD-4584-A866-9149E3649CD3}">
      <dgm:prSet/>
      <dgm:spPr/>
      <dgm:t>
        <a:bodyPr/>
        <a:lstStyle/>
        <a:p>
          <a:endParaRPr lang="en-US"/>
        </a:p>
      </dgm:t>
    </dgm:pt>
    <dgm:pt modelId="{AD6B9D2A-A83B-45A3-8B79-E5BAF8DD1402}" type="sibTrans" cxnId="{0843EC0D-E1CD-4584-A866-9149E3649CD3}">
      <dgm:prSet/>
      <dgm:spPr/>
      <dgm:t>
        <a:bodyPr/>
        <a:lstStyle/>
        <a:p>
          <a:endParaRPr lang="en-US"/>
        </a:p>
      </dgm:t>
    </dgm:pt>
    <dgm:pt modelId="{DD8FB3B9-FD90-4A21-972A-E4F04B3AC5FC}" type="pres">
      <dgm:prSet presAssocID="{75F3FB77-4DA2-422F-B9E6-53C4E4CB030F}" presName="Name0" presStyleCnt="0">
        <dgm:presLayoutVars>
          <dgm:dir/>
          <dgm:resizeHandles val="exact"/>
        </dgm:presLayoutVars>
      </dgm:prSet>
      <dgm:spPr/>
    </dgm:pt>
    <dgm:pt modelId="{F1381A35-D592-45FE-A5F9-6BD081302AC6}" type="pres">
      <dgm:prSet presAssocID="{E768547F-3799-45E7-99EF-659DF11611EA}" presName="node" presStyleLbl="node1" presStyleIdx="0" presStyleCnt="7">
        <dgm:presLayoutVars>
          <dgm:bulletEnabled val="1"/>
        </dgm:presLayoutVars>
      </dgm:prSet>
      <dgm:spPr/>
    </dgm:pt>
    <dgm:pt modelId="{DB6C4391-C2B1-4CA6-A552-FC6C97006A9B}" type="pres">
      <dgm:prSet presAssocID="{63529B0B-C7FB-416E-8362-BD40A08E8C79}" presName="sibTrans" presStyleLbl="sibTrans1D1" presStyleIdx="0" presStyleCnt="6"/>
      <dgm:spPr/>
    </dgm:pt>
    <dgm:pt modelId="{03A76DA8-F26D-4361-A218-7EA1E1E10CEA}" type="pres">
      <dgm:prSet presAssocID="{63529B0B-C7FB-416E-8362-BD40A08E8C79}" presName="connectorText" presStyleLbl="sibTrans1D1" presStyleIdx="0" presStyleCnt="6"/>
      <dgm:spPr/>
    </dgm:pt>
    <dgm:pt modelId="{EA57E958-3A8C-47EE-8E36-9AE544C99B04}" type="pres">
      <dgm:prSet presAssocID="{D51144EF-6D6C-40EB-B83C-8E9F8D03FCC8}" presName="node" presStyleLbl="node1" presStyleIdx="1" presStyleCnt="7">
        <dgm:presLayoutVars>
          <dgm:bulletEnabled val="1"/>
        </dgm:presLayoutVars>
      </dgm:prSet>
      <dgm:spPr/>
    </dgm:pt>
    <dgm:pt modelId="{CA7244C3-2D9F-45A8-965E-E7A63453F83F}" type="pres">
      <dgm:prSet presAssocID="{F9D06BE1-DF80-45E5-8CA7-8BB3F1CEE3FC}" presName="sibTrans" presStyleLbl="sibTrans1D1" presStyleIdx="1" presStyleCnt="6"/>
      <dgm:spPr/>
    </dgm:pt>
    <dgm:pt modelId="{8C468576-BE75-41E7-BDC2-3DFF3D98245C}" type="pres">
      <dgm:prSet presAssocID="{F9D06BE1-DF80-45E5-8CA7-8BB3F1CEE3FC}" presName="connectorText" presStyleLbl="sibTrans1D1" presStyleIdx="1" presStyleCnt="6"/>
      <dgm:spPr/>
    </dgm:pt>
    <dgm:pt modelId="{1FBB6FCA-C128-4FB8-9345-A85BFBB72B55}" type="pres">
      <dgm:prSet presAssocID="{5A56FBA7-78AF-4385-8538-FD78AAA7053B}" presName="node" presStyleLbl="node1" presStyleIdx="2" presStyleCnt="7">
        <dgm:presLayoutVars>
          <dgm:bulletEnabled val="1"/>
        </dgm:presLayoutVars>
      </dgm:prSet>
      <dgm:spPr/>
    </dgm:pt>
    <dgm:pt modelId="{3321BA86-B2E1-4A7D-A69B-4A2236B2D293}" type="pres">
      <dgm:prSet presAssocID="{C263AF77-3069-4FCD-9FD3-4BD7A29B383F}" presName="sibTrans" presStyleLbl="sibTrans1D1" presStyleIdx="2" presStyleCnt="6"/>
      <dgm:spPr/>
    </dgm:pt>
    <dgm:pt modelId="{EB7C537C-9EFC-40D8-9049-76920D6BBF75}" type="pres">
      <dgm:prSet presAssocID="{C263AF77-3069-4FCD-9FD3-4BD7A29B383F}" presName="connectorText" presStyleLbl="sibTrans1D1" presStyleIdx="2" presStyleCnt="6"/>
      <dgm:spPr/>
    </dgm:pt>
    <dgm:pt modelId="{240CBB9A-06F3-4243-9FFA-B8C1C19EB827}" type="pres">
      <dgm:prSet presAssocID="{985DBAFA-6E64-4E51-8B51-041AF63138D7}" presName="node" presStyleLbl="node1" presStyleIdx="3" presStyleCnt="7">
        <dgm:presLayoutVars>
          <dgm:bulletEnabled val="1"/>
        </dgm:presLayoutVars>
      </dgm:prSet>
      <dgm:spPr/>
    </dgm:pt>
    <dgm:pt modelId="{99336F09-3E27-40F9-857B-93CA96E8D035}" type="pres">
      <dgm:prSet presAssocID="{9AAF92E4-5B7B-4CA9-AE9A-AFE5CD978A05}" presName="sibTrans" presStyleLbl="sibTrans1D1" presStyleIdx="3" presStyleCnt="6"/>
      <dgm:spPr/>
    </dgm:pt>
    <dgm:pt modelId="{D1468027-BEA5-4F27-8F6C-8CA3666111DA}" type="pres">
      <dgm:prSet presAssocID="{9AAF92E4-5B7B-4CA9-AE9A-AFE5CD978A05}" presName="connectorText" presStyleLbl="sibTrans1D1" presStyleIdx="3" presStyleCnt="6"/>
      <dgm:spPr/>
    </dgm:pt>
    <dgm:pt modelId="{848C05BB-2C12-4E2C-85B9-CC35804DCECD}" type="pres">
      <dgm:prSet presAssocID="{9CDC11AD-5024-4802-8091-A46978E22666}" presName="node" presStyleLbl="node1" presStyleIdx="4" presStyleCnt="7">
        <dgm:presLayoutVars>
          <dgm:bulletEnabled val="1"/>
        </dgm:presLayoutVars>
      </dgm:prSet>
      <dgm:spPr/>
    </dgm:pt>
    <dgm:pt modelId="{1C383790-8B72-4F90-B820-8B4A855235BF}" type="pres">
      <dgm:prSet presAssocID="{93ADD775-B70F-4221-997F-E6C627B51B16}" presName="sibTrans" presStyleLbl="sibTrans1D1" presStyleIdx="4" presStyleCnt="6"/>
      <dgm:spPr/>
    </dgm:pt>
    <dgm:pt modelId="{E04C5CB0-D9B5-4E54-B7AA-B438E6ED39DF}" type="pres">
      <dgm:prSet presAssocID="{93ADD775-B70F-4221-997F-E6C627B51B16}" presName="connectorText" presStyleLbl="sibTrans1D1" presStyleIdx="4" presStyleCnt="6"/>
      <dgm:spPr/>
    </dgm:pt>
    <dgm:pt modelId="{3D532E33-7897-4749-858A-A63FEB640865}" type="pres">
      <dgm:prSet presAssocID="{D9444BBA-235C-49B3-BC7F-D2F50192FA75}" presName="node" presStyleLbl="node1" presStyleIdx="5" presStyleCnt="7">
        <dgm:presLayoutVars>
          <dgm:bulletEnabled val="1"/>
        </dgm:presLayoutVars>
      </dgm:prSet>
      <dgm:spPr/>
    </dgm:pt>
    <dgm:pt modelId="{3A2E3732-819A-478B-A594-E5E3AD5CA2DF}" type="pres">
      <dgm:prSet presAssocID="{BDD36D6F-1EB9-4CA1-A763-0D1CC5F496A2}" presName="sibTrans" presStyleLbl="sibTrans1D1" presStyleIdx="5" presStyleCnt="6"/>
      <dgm:spPr/>
    </dgm:pt>
    <dgm:pt modelId="{C0300277-A4C0-485A-B1A9-821B580A778D}" type="pres">
      <dgm:prSet presAssocID="{BDD36D6F-1EB9-4CA1-A763-0D1CC5F496A2}" presName="connectorText" presStyleLbl="sibTrans1D1" presStyleIdx="5" presStyleCnt="6"/>
      <dgm:spPr/>
    </dgm:pt>
    <dgm:pt modelId="{AB8EEE5D-412E-4D87-80EA-2FD8711062DA}" type="pres">
      <dgm:prSet presAssocID="{64B48E9B-B0B2-483B-83CE-2B392A43716C}" presName="node" presStyleLbl="node1" presStyleIdx="6" presStyleCnt="7">
        <dgm:presLayoutVars>
          <dgm:bulletEnabled val="1"/>
        </dgm:presLayoutVars>
      </dgm:prSet>
      <dgm:spPr/>
    </dgm:pt>
  </dgm:ptLst>
  <dgm:cxnLst>
    <dgm:cxn modelId="{2505390C-428F-4A22-9B65-ACCD4B9BE061}" type="presOf" srcId="{F9D06BE1-DF80-45E5-8CA7-8BB3F1CEE3FC}" destId="{CA7244C3-2D9F-45A8-965E-E7A63453F83F}" srcOrd="0" destOrd="0" presId="urn:microsoft.com/office/officeart/2016/7/layout/RepeatingBendingProcessNew"/>
    <dgm:cxn modelId="{4F88620D-2949-4D59-B145-CB3632E4DB87}" type="presOf" srcId="{9CDC11AD-5024-4802-8091-A46978E22666}" destId="{848C05BB-2C12-4E2C-85B9-CC35804DCECD}" srcOrd="0" destOrd="0" presId="urn:microsoft.com/office/officeart/2016/7/layout/RepeatingBendingProcessNew"/>
    <dgm:cxn modelId="{0843EC0D-E1CD-4584-A866-9149E3649CD3}" srcId="{75F3FB77-4DA2-422F-B9E6-53C4E4CB030F}" destId="{64B48E9B-B0B2-483B-83CE-2B392A43716C}" srcOrd="6" destOrd="0" parTransId="{D39246D6-D355-427A-BC57-88D1E7418ECE}" sibTransId="{AD6B9D2A-A83B-45A3-8B79-E5BAF8DD1402}"/>
    <dgm:cxn modelId="{E758931F-CBCD-40B4-9572-3FB25FA10410}" srcId="{75F3FB77-4DA2-422F-B9E6-53C4E4CB030F}" destId="{D51144EF-6D6C-40EB-B83C-8E9F8D03FCC8}" srcOrd="1" destOrd="0" parTransId="{623A9888-788C-40B8-8290-CC7CEC8F1152}" sibTransId="{F9D06BE1-DF80-45E5-8CA7-8BB3F1CEE3FC}"/>
    <dgm:cxn modelId="{389AE127-8E4B-40D9-96A0-208B4921F35B}" type="presOf" srcId="{63529B0B-C7FB-416E-8362-BD40A08E8C79}" destId="{03A76DA8-F26D-4361-A218-7EA1E1E10CEA}" srcOrd="1" destOrd="0" presId="urn:microsoft.com/office/officeart/2016/7/layout/RepeatingBendingProcessNew"/>
    <dgm:cxn modelId="{B4926132-C5C1-435C-B688-8ABDE3258780}" type="presOf" srcId="{C263AF77-3069-4FCD-9FD3-4BD7A29B383F}" destId="{EB7C537C-9EFC-40D8-9049-76920D6BBF75}" srcOrd="1" destOrd="0" presId="urn:microsoft.com/office/officeart/2016/7/layout/RepeatingBendingProcessNew"/>
    <dgm:cxn modelId="{CB0AB93B-64BE-45AF-9F2C-36083C3432C1}" type="presOf" srcId="{D9444BBA-235C-49B3-BC7F-D2F50192FA75}" destId="{3D532E33-7897-4749-858A-A63FEB640865}" srcOrd="0" destOrd="0" presId="urn:microsoft.com/office/officeart/2016/7/layout/RepeatingBendingProcessNew"/>
    <dgm:cxn modelId="{B900165E-37B5-4DB5-AEB8-357666C55851}" type="presOf" srcId="{75F3FB77-4DA2-422F-B9E6-53C4E4CB030F}" destId="{DD8FB3B9-FD90-4A21-972A-E4F04B3AC5FC}" srcOrd="0" destOrd="0" presId="urn:microsoft.com/office/officeart/2016/7/layout/RepeatingBendingProcessNew"/>
    <dgm:cxn modelId="{9B8FDA47-E915-4DCC-A5A9-FDD94E337198}" type="presOf" srcId="{F9D06BE1-DF80-45E5-8CA7-8BB3F1CEE3FC}" destId="{8C468576-BE75-41E7-BDC2-3DFF3D98245C}" srcOrd="1" destOrd="0" presId="urn:microsoft.com/office/officeart/2016/7/layout/RepeatingBendingProcessNew"/>
    <dgm:cxn modelId="{C5B20749-E2CA-47AB-939E-14651C9EAF13}" type="presOf" srcId="{63529B0B-C7FB-416E-8362-BD40A08E8C79}" destId="{DB6C4391-C2B1-4CA6-A552-FC6C97006A9B}" srcOrd="0" destOrd="0" presId="urn:microsoft.com/office/officeart/2016/7/layout/RepeatingBendingProcessNew"/>
    <dgm:cxn modelId="{9880DC4A-E307-4499-B0F0-9D12E78CCE17}" srcId="{75F3FB77-4DA2-422F-B9E6-53C4E4CB030F}" destId="{9CDC11AD-5024-4802-8091-A46978E22666}" srcOrd="4" destOrd="0" parTransId="{7D3FD41B-4138-4278-A6DE-2F6A61534413}" sibTransId="{93ADD775-B70F-4221-997F-E6C627B51B16}"/>
    <dgm:cxn modelId="{5DCFFF4A-F358-47BB-92B4-A2D1EFD2C40D}" srcId="{75F3FB77-4DA2-422F-B9E6-53C4E4CB030F}" destId="{5A56FBA7-78AF-4385-8538-FD78AAA7053B}" srcOrd="2" destOrd="0" parTransId="{970656FA-07F7-47FE-943A-472C7A7140C9}" sibTransId="{C263AF77-3069-4FCD-9FD3-4BD7A29B383F}"/>
    <dgm:cxn modelId="{94FE1372-405D-4AD9-B727-432216DBDB72}" type="presOf" srcId="{93ADD775-B70F-4221-997F-E6C627B51B16}" destId="{E04C5CB0-D9B5-4E54-B7AA-B438E6ED39DF}" srcOrd="1" destOrd="0" presId="urn:microsoft.com/office/officeart/2016/7/layout/RepeatingBendingProcessNew"/>
    <dgm:cxn modelId="{E3D16376-E77C-48DF-AA30-FDB9F8D0D8B2}" srcId="{75F3FB77-4DA2-422F-B9E6-53C4E4CB030F}" destId="{E768547F-3799-45E7-99EF-659DF11611EA}" srcOrd="0" destOrd="0" parTransId="{EE000FE8-12EF-43BD-9087-83EA3B72DCB6}" sibTransId="{63529B0B-C7FB-416E-8362-BD40A08E8C79}"/>
    <dgm:cxn modelId="{50F6FF7C-6EAB-4291-A084-7B1E8F9204F5}" type="presOf" srcId="{BDD36D6F-1EB9-4CA1-A763-0D1CC5F496A2}" destId="{C0300277-A4C0-485A-B1A9-821B580A778D}" srcOrd="1" destOrd="0" presId="urn:microsoft.com/office/officeart/2016/7/layout/RepeatingBendingProcessNew"/>
    <dgm:cxn modelId="{D6D2F88C-4B89-45EF-B370-23609D7B6DF1}" type="presOf" srcId="{93ADD775-B70F-4221-997F-E6C627B51B16}" destId="{1C383790-8B72-4F90-B820-8B4A855235BF}" srcOrd="0" destOrd="0" presId="urn:microsoft.com/office/officeart/2016/7/layout/RepeatingBendingProcessNew"/>
    <dgm:cxn modelId="{8DB5819F-DB58-404F-9CFF-BB9DAEB760D1}" type="presOf" srcId="{BDD36D6F-1EB9-4CA1-A763-0D1CC5F496A2}" destId="{3A2E3732-819A-478B-A594-E5E3AD5CA2DF}" srcOrd="0" destOrd="0" presId="urn:microsoft.com/office/officeart/2016/7/layout/RepeatingBendingProcessNew"/>
    <dgm:cxn modelId="{C0593DBC-9670-4FD7-A27D-CA6191BB098C}" srcId="{75F3FB77-4DA2-422F-B9E6-53C4E4CB030F}" destId="{985DBAFA-6E64-4E51-8B51-041AF63138D7}" srcOrd="3" destOrd="0" parTransId="{C90ED5C7-D726-41BF-B9EE-3628E030CD4E}" sibTransId="{9AAF92E4-5B7B-4CA9-AE9A-AFE5CD978A05}"/>
    <dgm:cxn modelId="{8C78D1CC-4BE0-42D2-8EC7-F6D164034CD1}" type="presOf" srcId="{C263AF77-3069-4FCD-9FD3-4BD7A29B383F}" destId="{3321BA86-B2E1-4A7D-A69B-4A2236B2D293}" srcOrd="0" destOrd="0" presId="urn:microsoft.com/office/officeart/2016/7/layout/RepeatingBendingProcessNew"/>
    <dgm:cxn modelId="{F318F3D7-8A10-4671-B0A7-46DA24358C3C}" type="presOf" srcId="{9AAF92E4-5B7B-4CA9-AE9A-AFE5CD978A05}" destId="{99336F09-3E27-40F9-857B-93CA96E8D035}" srcOrd="0" destOrd="0" presId="urn:microsoft.com/office/officeart/2016/7/layout/RepeatingBendingProcessNew"/>
    <dgm:cxn modelId="{E8A33CDD-BCE5-489A-AF44-5FCFA044809A}" type="presOf" srcId="{64B48E9B-B0B2-483B-83CE-2B392A43716C}" destId="{AB8EEE5D-412E-4D87-80EA-2FD8711062DA}" srcOrd="0" destOrd="0" presId="urn:microsoft.com/office/officeart/2016/7/layout/RepeatingBendingProcessNew"/>
    <dgm:cxn modelId="{CB8FF9E1-4A99-47AC-9CEA-C29A44D90750}" type="presOf" srcId="{E768547F-3799-45E7-99EF-659DF11611EA}" destId="{F1381A35-D592-45FE-A5F9-6BD081302AC6}" srcOrd="0" destOrd="0" presId="urn:microsoft.com/office/officeart/2016/7/layout/RepeatingBendingProcessNew"/>
    <dgm:cxn modelId="{1DC9F7E4-8212-4E11-AD43-811952FC495E}" srcId="{75F3FB77-4DA2-422F-B9E6-53C4E4CB030F}" destId="{D9444BBA-235C-49B3-BC7F-D2F50192FA75}" srcOrd="5" destOrd="0" parTransId="{01D74BBC-398F-4887-B05C-3E7DC96685F6}" sibTransId="{BDD36D6F-1EB9-4CA1-A763-0D1CC5F496A2}"/>
    <dgm:cxn modelId="{94EA70F3-E0F6-4308-B4CA-E5A3686A8F69}" type="presOf" srcId="{D51144EF-6D6C-40EB-B83C-8E9F8D03FCC8}" destId="{EA57E958-3A8C-47EE-8E36-9AE544C99B04}" srcOrd="0" destOrd="0" presId="urn:microsoft.com/office/officeart/2016/7/layout/RepeatingBendingProcessNew"/>
    <dgm:cxn modelId="{2620C5F6-26DF-4D85-9BA0-BF2873073BA8}" type="presOf" srcId="{985DBAFA-6E64-4E51-8B51-041AF63138D7}" destId="{240CBB9A-06F3-4243-9FFA-B8C1C19EB827}" srcOrd="0" destOrd="0" presId="urn:microsoft.com/office/officeart/2016/7/layout/RepeatingBendingProcessNew"/>
    <dgm:cxn modelId="{BA2223F7-DE96-4E32-A814-F5FDCE77B7FE}" type="presOf" srcId="{9AAF92E4-5B7B-4CA9-AE9A-AFE5CD978A05}" destId="{D1468027-BEA5-4F27-8F6C-8CA3666111DA}" srcOrd="1" destOrd="0" presId="urn:microsoft.com/office/officeart/2016/7/layout/RepeatingBendingProcessNew"/>
    <dgm:cxn modelId="{B7D582FA-5FCC-4247-9A2E-F039858540B7}" type="presOf" srcId="{5A56FBA7-78AF-4385-8538-FD78AAA7053B}" destId="{1FBB6FCA-C128-4FB8-9345-A85BFBB72B55}" srcOrd="0" destOrd="0" presId="urn:microsoft.com/office/officeart/2016/7/layout/RepeatingBendingProcessNew"/>
    <dgm:cxn modelId="{D126A229-9841-4FEC-82F0-DB01C6DE753A}" type="presParOf" srcId="{DD8FB3B9-FD90-4A21-972A-E4F04B3AC5FC}" destId="{F1381A35-D592-45FE-A5F9-6BD081302AC6}" srcOrd="0" destOrd="0" presId="urn:microsoft.com/office/officeart/2016/7/layout/RepeatingBendingProcessNew"/>
    <dgm:cxn modelId="{BA762C01-383F-4D72-B485-F068EFC27179}" type="presParOf" srcId="{DD8FB3B9-FD90-4A21-972A-E4F04B3AC5FC}" destId="{DB6C4391-C2B1-4CA6-A552-FC6C97006A9B}" srcOrd="1" destOrd="0" presId="urn:microsoft.com/office/officeart/2016/7/layout/RepeatingBendingProcessNew"/>
    <dgm:cxn modelId="{61C00E60-DE71-43C8-8EF5-94AF69B83210}" type="presParOf" srcId="{DB6C4391-C2B1-4CA6-A552-FC6C97006A9B}" destId="{03A76DA8-F26D-4361-A218-7EA1E1E10CEA}" srcOrd="0" destOrd="0" presId="urn:microsoft.com/office/officeart/2016/7/layout/RepeatingBendingProcessNew"/>
    <dgm:cxn modelId="{B2103A06-EE0F-499A-A9E9-EE3BF4D987E6}" type="presParOf" srcId="{DD8FB3B9-FD90-4A21-972A-E4F04B3AC5FC}" destId="{EA57E958-3A8C-47EE-8E36-9AE544C99B04}" srcOrd="2" destOrd="0" presId="urn:microsoft.com/office/officeart/2016/7/layout/RepeatingBendingProcessNew"/>
    <dgm:cxn modelId="{85F241F2-46E2-4BAF-8AD4-0B6658B23235}" type="presParOf" srcId="{DD8FB3B9-FD90-4A21-972A-E4F04B3AC5FC}" destId="{CA7244C3-2D9F-45A8-965E-E7A63453F83F}" srcOrd="3" destOrd="0" presId="urn:microsoft.com/office/officeart/2016/7/layout/RepeatingBendingProcessNew"/>
    <dgm:cxn modelId="{1D15E840-71DC-48B3-B46B-32E51BB38A46}" type="presParOf" srcId="{CA7244C3-2D9F-45A8-965E-E7A63453F83F}" destId="{8C468576-BE75-41E7-BDC2-3DFF3D98245C}" srcOrd="0" destOrd="0" presId="urn:microsoft.com/office/officeart/2016/7/layout/RepeatingBendingProcessNew"/>
    <dgm:cxn modelId="{2B0A2D53-16B7-4A51-8C9D-3E7F29B1B36F}" type="presParOf" srcId="{DD8FB3B9-FD90-4A21-972A-E4F04B3AC5FC}" destId="{1FBB6FCA-C128-4FB8-9345-A85BFBB72B55}" srcOrd="4" destOrd="0" presId="urn:microsoft.com/office/officeart/2016/7/layout/RepeatingBendingProcessNew"/>
    <dgm:cxn modelId="{34CB753C-D06F-4190-83BB-04F5F4E88C99}" type="presParOf" srcId="{DD8FB3B9-FD90-4A21-972A-E4F04B3AC5FC}" destId="{3321BA86-B2E1-4A7D-A69B-4A2236B2D293}" srcOrd="5" destOrd="0" presId="urn:microsoft.com/office/officeart/2016/7/layout/RepeatingBendingProcessNew"/>
    <dgm:cxn modelId="{E3500FA7-ED27-4599-B9F5-61D685D101F9}" type="presParOf" srcId="{3321BA86-B2E1-4A7D-A69B-4A2236B2D293}" destId="{EB7C537C-9EFC-40D8-9049-76920D6BBF75}" srcOrd="0" destOrd="0" presId="urn:microsoft.com/office/officeart/2016/7/layout/RepeatingBendingProcessNew"/>
    <dgm:cxn modelId="{48E9C1E9-F4EF-4B03-BEBA-E024C98204BD}" type="presParOf" srcId="{DD8FB3B9-FD90-4A21-972A-E4F04B3AC5FC}" destId="{240CBB9A-06F3-4243-9FFA-B8C1C19EB827}" srcOrd="6" destOrd="0" presId="urn:microsoft.com/office/officeart/2016/7/layout/RepeatingBendingProcessNew"/>
    <dgm:cxn modelId="{8E2FC103-E3B7-4A81-858A-9B825E07475B}" type="presParOf" srcId="{DD8FB3B9-FD90-4A21-972A-E4F04B3AC5FC}" destId="{99336F09-3E27-40F9-857B-93CA96E8D035}" srcOrd="7" destOrd="0" presId="urn:microsoft.com/office/officeart/2016/7/layout/RepeatingBendingProcessNew"/>
    <dgm:cxn modelId="{D94A5A22-CC90-47A7-B953-855216CCD26A}" type="presParOf" srcId="{99336F09-3E27-40F9-857B-93CA96E8D035}" destId="{D1468027-BEA5-4F27-8F6C-8CA3666111DA}" srcOrd="0" destOrd="0" presId="urn:microsoft.com/office/officeart/2016/7/layout/RepeatingBendingProcessNew"/>
    <dgm:cxn modelId="{CB5A43B2-1A77-4857-A3D3-FAE0C98E946D}" type="presParOf" srcId="{DD8FB3B9-FD90-4A21-972A-E4F04B3AC5FC}" destId="{848C05BB-2C12-4E2C-85B9-CC35804DCECD}" srcOrd="8" destOrd="0" presId="urn:microsoft.com/office/officeart/2016/7/layout/RepeatingBendingProcessNew"/>
    <dgm:cxn modelId="{E3D89857-D91D-4B06-A669-85491974C96E}" type="presParOf" srcId="{DD8FB3B9-FD90-4A21-972A-E4F04B3AC5FC}" destId="{1C383790-8B72-4F90-B820-8B4A855235BF}" srcOrd="9" destOrd="0" presId="urn:microsoft.com/office/officeart/2016/7/layout/RepeatingBendingProcessNew"/>
    <dgm:cxn modelId="{D7A941A2-7EAA-46A3-B64D-26392BCF9D5D}" type="presParOf" srcId="{1C383790-8B72-4F90-B820-8B4A855235BF}" destId="{E04C5CB0-D9B5-4E54-B7AA-B438E6ED39DF}" srcOrd="0" destOrd="0" presId="urn:microsoft.com/office/officeart/2016/7/layout/RepeatingBendingProcessNew"/>
    <dgm:cxn modelId="{5A7225DC-1E0B-451E-84D2-5A256D5E2DD7}" type="presParOf" srcId="{DD8FB3B9-FD90-4A21-972A-E4F04B3AC5FC}" destId="{3D532E33-7897-4749-858A-A63FEB640865}" srcOrd="10" destOrd="0" presId="urn:microsoft.com/office/officeart/2016/7/layout/RepeatingBendingProcessNew"/>
    <dgm:cxn modelId="{D09785E7-BD12-410C-9517-3E112CD5A101}" type="presParOf" srcId="{DD8FB3B9-FD90-4A21-972A-E4F04B3AC5FC}" destId="{3A2E3732-819A-478B-A594-E5E3AD5CA2DF}" srcOrd="11" destOrd="0" presId="urn:microsoft.com/office/officeart/2016/7/layout/RepeatingBendingProcessNew"/>
    <dgm:cxn modelId="{E3052D1F-D859-420B-811B-31FD1D830F4F}" type="presParOf" srcId="{3A2E3732-819A-478B-A594-E5E3AD5CA2DF}" destId="{C0300277-A4C0-485A-B1A9-821B580A778D}" srcOrd="0" destOrd="0" presId="urn:microsoft.com/office/officeart/2016/7/layout/RepeatingBendingProcessNew"/>
    <dgm:cxn modelId="{FB4FF314-8A24-490C-B3A9-F859C441641C}" type="presParOf" srcId="{DD8FB3B9-FD90-4A21-972A-E4F04B3AC5FC}" destId="{AB8EEE5D-412E-4D87-80EA-2FD8711062DA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F4D6AF-EEC6-4E3E-95AB-F2872C55604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B83ED9-4381-4A93-953D-BEFDDE034A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Add more features</a:t>
          </a:r>
        </a:p>
      </dgm:t>
    </dgm:pt>
    <dgm:pt modelId="{CF294014-9BC0-4929-B16D-7B97D8DE1DE4}" type="parTrans" cxnId="{68039484-F734-49E8-97C0-B6F457DF664F}">
      <dgm:prSet/>
      <dgm:spPr/>
      <dgm:t>
        <a:bodyPr/>
        <a:lstStyle/>
        <a:p>
          <a:endParaRPr lang="en-US"/>
        </a:p>
      </dgm:t>
    </dgm:pt>
    <dgm:pt modelId="{091A8AC7-DB9C-4155-BDD6-A757B073EC81}" type="sibTrans" cxnId="{68039484-F734-49E8-97C0-B6F457DF664F}">
      <dgm:prSet phldrT="1" phldr="0"/>
      <dgm:spPr/>
      <dgm:t>
        <a:bodyPr/>
        <a:lstStyle/>
        <a:p>
          <a:endParaRPr lang="en-US"/>
        </a:p>
      </dgm:t>
    </dgm:pt>
    <dgm:pt modelId="{06C37CC8-32F8-4E9D-8327-5B052AD772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 time-based variables like Hour, Day of Week, and Season</a:t>
          </a:r>
        </a:p>
      </dgm:t>
    </dgm:pt>
    <dgm:pt modelId="{33E65D78-616E-471E-BE5D-C95CCFE1503E}" type="parTrans" cxnId="{B3B4839E-7DE8-48FE-A9AD-6ECA6017A979}">
      <dgm:prSet/>
      <dgm:spPr/>
      <dgm:t>
        <a:bodyPr/>
        <a:lstStyle/>
        <a:p>
          <a:endParaRPr lang="en-US"/>
        </a:p>
      </dgm:t>
    </dgm:pt>
    <dgm:pt modelId="{90C61C79-C543-48A9-8E5B-632004CCF52E}" type="sibTrans" cxnId="{B3B4839E-7DE8-48FE-A9AD-6ECA6017A979}">
      <dgm:prSet/>
      <dgm:spPr/>
      <dgm:t>
        <a:bodyPr/>
        <a:lstStyle/>
        <a:p>
          <a:endParaRPr lang="en-US"/>
        </a:p>
      </dgm:t>
    </dgm:pt>
    <dgm:pt modelId="{BA3834B5-1183-419B-B4D0-B094ADAE81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can capture daily and weekly usage patterns</a:t>
          </a:r>
        </a:p>
      </dgm:t>
    </dgm:pt>
    <dgm:pt modelId="{9EAF87D8-2F9B-4055-BBD4-DA025FA5EA94}" type="parTrans" cxnId="{7FABCBD2-C58D-4A1F-91BF-35F76AA5D02E}">
      <dgm:prSet/>
      <dgm:spPr/>
      <dgm:t>
        <a:bodyPr/>
        <a:lstStyle/>
        <a:p>
          <a:endParaRPr lang="en-US"/>
        </a:p>
      </dgm:t>
    </dgm:pt>
    <dgm:pt modelId="{F337978D-9F05-45B4-A4A2-F2AFA2406293}" type="sibTrans" cxnId="{7FABCBD2-C58D-4A1F-91BF-35F76AA5D02E}">
      <dgm:prSet/>
      <dgm:spPr/>
      <dgm:t>
        <a:bodyPr/>
        <a:lstStyle/>
        <a:p>
          <a:endParaRPr lang="en-US"/>
        </a:p>
      </dgm:t>
    </dgm:pt>
    <dgm:pt modelId="{ACC7A208-72C3-4486-BEB3-9F99D55CD9B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Try advanced models </a:t>
          </a:r>
        </a:p>
      </dgm:t>
    </dgm:pt>
    <dgm:pt modelId="{FF21EB7C-3911-49BC-BCB7-0EBA488897DF}" type="parTrans" cxnId="{CDFA2ECB-3FCF-4251-942B-7B9B859A455E}">
      <dgm:prSet/>
      <dgm:spPr/>
      <dgm:t>
        <a:bodyPr/>
        <a:lstStyle/>
        <a:p>
          <a:endParaRPr lang="en-US"/>
        </a:p>
      </dgm:t>
    </dgm:pt>
    <dgm:pt modelId="{20058C1D-457F-498D-B22D-CB90F1AC4DE1}" type="sibTrans" cxnId="{CDFA2ECB-3FCF-4251-942B-7B9B859A455E}">
      <dgm:prSet phldrT="2" phldr="0"/>
      <dgm:spPr/>
      <dgm:t>
        <a:bodyPr/>
        <a:lstStyle/>
        <a:p>
          <a:endParaRPr lang="en-US"/>
        </a:p>
      </dgm:t>
    </dgm:pt>
    <dgm:pt modelId="{4B41D045-C735-48A6-809A-6820338848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Random Forest and Gradient Boosting</a:t>
          </a:r>
        </a:p>
      </dgm:t>
    </dgm:pt>
    <dgm:pt modelId="{CC7B87E6-130F-4305-9CE2-96207AE07D8B}" type="parTrans" cxnId="{9062FCE5-E4C6-4C60-A8A6-6D68757DF5CD}">
      <dgm:prSet/>
      <dgm:spPr/>
      <dgm:t>
        <a:bodyPr/>
        <a:lstStyle/>
        <a:p>
          <a:endParaRPr lang="en-US"/>
        </a:p>
      </dgm:t>
    </dgm:pt>
    <dgm:pt modelId="{802D90E7-997D-4F6D-93A7-8F2A48996542}" type="sibTrans" cxnId="{9062FCE5-E4C6-4C60-A8A6-6D68757DF5CD}">
      <dgm:prSet/>
      <dgm:spPr/>
      <dgm:t>
        <a:bodyPr/>
        <a:lstStyle/>
        <a:p>
          <a:endParaRPr lang="en-US"/>
        </a:p>
      </dgm:t>
    </dgm:pt>
    <dgm:pt modelId="{94326F8C-46AB-4457-ADC7-05A9684D5E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can capture nonlinear patterns better than linear models</a:t>
          </a:r>
        </a:p>
      </dgm:t>
    </dgm:pt>
    <dgm:pt modelId="{1B9B20F8-B9D9-48DF-B585-6CEAE3C49D7B}" type="parTrans" cxnId="{F585AE15-8ACE-45AF-B485-4EA0E43A0870}">
      <dgm:prSet/>
      <dgm:spPr/>
      <dgm:t>
        <a:bodyPr/>
        <a:lstStyle/>
        <a:p>
          <a:endParaRPr lang="en-US"/>
        </a:p>
      </dgm:t>
    </dgm:pt>
    <dgm:pt modelId="{6726FC8F-BB3F-4ABE-9532-0DF24704AF4C}" type="sibTrans" cxnId="{F585AE15-8ACE-45AF-B485-4EA0E43A0870}">
      <dgm:prSet/>
      <dgm:spPr/>
      <dgm:t>
        <a:bodyPr/>
        <a:lstStyle/>
        <a:p>
          <a:endParaRPr lang="en-US"/>
        </a:p>
      </dgm:t>
    </dgm:pt>
    <dgm:pt modelId="{D490EEAF-A0DD-4B5C-A10C-C523998FFB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Improve accuracy </a:t>
          </a:r>
        </a:p>
      </dgm:t>
    </dgm:pt>
    <dgm:pt modelId="{B4114642-2762-4B90-8E90-651A64AB2E2C}" type="parTrans" cxnId="{F3027EC2-A19F-42DF-A798-47E84952D227}">
      <dgm:prSet/>
      <dgm:spPr/>
      <dgm:t>
        <a:bodyPr/>
        <a:lstStyle/>
        <a:p>
          <a:endParaRPr lang="en-US"/>
        </a:p>
      </dgm:t>
    </dgm:pt>
    <dgm:pt modelId="{351FC220-ED01-440E-941F-198A4F39D657}" type="sibTrans" cxnId="{F3027EC2-A19F-42DF-A798-47E84952D227}">
      <dgm:prSet phldrT="3" phldr="0"/>
      <dgm:spPr/>
      <dgm:t>
        <a:bodyPr/>
        <a:lstStyle/>
        <a:p>
          <a:endParaRPr lang="en-US"/>
        </a:p>
      </dgm:t>
    </dgm:pt>
    <dgm:pt modelId="{62C2770D-42B9-46C6-A277-50806839C3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Incorporate non-weather factors </a:t>
          </a:r>
        </a:p>
      </dgm:t>
    </dgm:pt>
    <dgm:pt modelId="{142EFB2B-2996-4B45-81D8-6D1EB1A207E4}" type="parTrans" cxnId="{7F2C2DF9-5773-486E-9750-43F5067B1985}">
      <dgm:prSet/>
      <dgm:spPr/>
      <dgm:t>
        <a:bodyPr/>
        <a:lstStyle/>
        <a:p>
          <a:endParaRPr lang="en-US"/>
        </a:p>
      </dgm:t>
    </dgm:pt>
    <dgm:pt modelId="{4F6BBCFE-4794-491B-A66A-85138BB10EB0}" type="sibTrans" cxnId="{7F2C2DF9-5773-486E-9750-43F5067B1985}">
      <dgm:prSet/>
      <dgm:spPr/>
      <dgm:t>
        <a:bodyPr/>
        <a:lstStyle/>
        <a:p>
          <a:endParaRPr lang="en-US"/>
        </a:p>
      </dgm:t>
    </dgm:pt>
    <dgm:pt modelId="{DEA21F41-24D7-4181-B20D-B4A5EC799816}">
      <dgm:prSet/>
      <dgm:spPr/>
      <dgm:t>
        <a:bodyPr/>
        <a:lstStyle/>
        <a:p>
          <a:r>
            <a:rPr lang="en-US"/>
            <a:t>Holidays</a:t>
          </a:r>
        </a:p>
      </dgm:t>
    </dgm:pt>
    <dgm:pt modelId="{3FEC1256-98D9-416E-819F-307EBFD12694}" type="parTrans" cxnId="{F646330F-8283-4D39-8F1D-3702BC5CF60C}">
      <dgm:prSet/>
      <dgm:spPr/>
      <dgm:t>
        <a:bodyPr/>
        <a:lstStyle/>
        <a:p>
          <a:endParaRPr lang="en-US"/>
        </a:p>
      </dgm:t>
    </dgm:pt>
    <dgm:pt modelId="{954899A2-DCD7-4600-B732-FDD1254A80A0}" type="sibTrans" cxnId="{F646330F-8283-4D39-8F1D-3702BC5CF60C}">
      <dgm:prSet/>
      <dgm:spPr/>
      <dgm:t>
        <a:bodyPr/>
        <a:lstStyle/>
        <a:p>
          <a:endParaRPr lang="en-US"/>
        </a:p>
      </dgm:t>
    </dgm:pt>
    <dgm:pt modelId="{94C760C4-1312-4F03-9FA8-1FF5663638EE}">
      <dgm:prSet/>
      <dgm:spPr/>
      <dgm:t>
        <a:bodyPr/>
        <a:lstStyle/>
        <a:p>
          <a:r>
            <a:rPr lang="en-US"/>
            <a:t>Human activity patterns</a:t>
          </a:r>
        </a:p>
      </dgm:t>
    </dgm:pt>
    <dgm:pt modelId="{2A55B571-44E3-4F23-8E03-5073E12EC319}" type="parTrans" cxnId="{D53A9FD4-D8CD-43F3-A61B-4C56CC72ED21}">
      <dgm:prSet/>
      <dgm:spPr/>
      <dgm:t>
        <a:bodyPr/>
        <a:lstStyle/>
        <a:p>
          <a:endParaRPr lang="en-US"/>
        </a:p>
      </dgm:t>
    </dgm:pt>
    <dgm:pt modelId="{64D57DF4-D42F-4607-9F26-1830EB7752D3}" type="sibTrans" cxnId="{D53A9FD4-D8CD-43F3-A61B-4C56CC72ED21}">
      <dgm:prSet/>
      <dgm:spPr/>
      <dgm:t>
        <a:bodyPr/>
        <a:lstStyle/>
        <a:p>
          <a:endParaRPr lang="en-US"/>
        </a:p>
      </dgm:t>
    </dgm:pt>
    <dgm:pt modelId="{A2F4EA8D-EE35-4F0E-A171-E232E68EC97F}">
      <dgm:prSet/>
      <dgm:spPr/>
      <dgm:t>
        <a:bodyPr/>
        <a:lstStyle/>
        <a:p>
          <a:r>
            <a:rPr lang="en-US"/>
            <a:t>Energy demand trends</a:t>
          </a:r>
        </a:p>
      </dgm:t>
    </dgm:pt>
    <dgm:pt modelId="{0C3047A3-7DB0-45D3-94F5-7ACA488A80DB}" type="parTrans" cxnId="{8E896753-19D9-4CB1-95B2-C3CCC0C37A12}">
      <dgm:prSet/>
      <dgm:spPr/>
      <dgm:t>
        <a:bodyPr/>
        <a:lstStyle/>
        <a:p>
          <a:endParaRPr lang="en-US"/>
        </a:p>
      </dgm:t>
    </dgm:pt>
    <dgm:pt modelId="{29C9E2F9-EE26-45F5-89AE-99B576892F58}" type="sibTrans" cxnId="{8E896753-19D9-4CB1-95B2-C3CCC0C37A12}">
      <dgm:prSet/>
      <dgm:spPr/>
      <dgm:t>
        <a:bodyPr/>
        <a:lstStyle/>
        <a:p>
          <a:endParaRPr lang="en-US"/>
        </a:p>
      </dgm:t>
    </dgm:pt>
    <dgm:pt modelId="{06D723D9-149A-4763-8B75-FBA0FA00D2D2}" type="pres">
      <dgm:prSet presAssocID="{A1F4D6AF-EEC6-4E3E-95AB-F2872C556043}" presName="root" presStyleCnt="0">
        <dgm:presLayoutVars>
          <dgm:dir/>
          <dgm:resizeHandles val="exact"/>
        </dgm:presLayoutVars>
      </dgm:prSet>
      <dgm:spPr/>
    </dgm:pt>
    <dgm:pt modelId="{E3621A5E-ED83-40D6-963F-5F1EE4C7D4F0}" type="pres">
      <dgm:prSet presAssocID="{EFB83ED9-4381-4A93-953D-BEFDDE034A51}" presName="compNode" presStyleCnt="0"/>
      <dgm:spPr/>
    </dgm:pt>
    <dgm:pt modelId="{6A1FE156-9C1B-4218-9A62-32129B3225E3}" type="pres">
      <dgm:prSet presAssocID="{EFB83ED9-4381-4A93-953D-BEFDDE034A5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6CA730C6-0ED5-48AB-9B24-1CE2B2DB5E9B}" type="pres">
      <dgm:prSet presAssocID="{EFB83ED9-4381-4A93-953D-BEFDDE034A51}" presName="iconSpace" presStyleCnt="0"/>
      <dgm:spPr/>
    </dgm:pt>
    <dgm:pt modelId="{4975B277-B576-4209-8B18-D15BD9B15761}" type="pres">
      <dgm:prSet presAssocID="{EFB83ED9-4381-4A93-953D-BEFDDE034A51}" presName="parTx" presStyleLbl="revTx" presStyleIdx="0" presStyleCnt="6">
        <dgm:presLayoutVars>
          <dgm:chMax val="0"/>
          <dgm:chPref val="0"/>
        </dgm:presLayoutVars>
      </dgm:prSet>
      <dgm:spPr/>
    </dgm:pt>
    <dgm:pt modelId="{57C8F871-1A98-4203-917A-FB87162298BF}" type="pres">
      <dgm:prSet presAssocID="{EFB83ED9-4381-4A93-953D-BEFDDE034A51}" presName="txSpace" presStyleCnt="0"/>
      <dgm:spPr/>
    </dgm:pt>
    <dgm:pt modelId="{FACCAA02-6FD4-4DCF-B365-E3B1EEF442D1}" type="pres">
      <dgm:prSet presAssocID="{EFB83ED9-4381-4A93-953D-BEFDDE034A51}" presName="desTx" presStyleLbl="revTx" presStyleIdx="1" presStyleCnt="6">
        <dgm:presLayoutVars/>
      </dgm:prSet>
      <dgm:spPr/>
    </dgm:pt>
    <dgm:pt modelId="{C1B2792D-9D26-4BE2-BB0D-E28A62712152}" type="pres">
      <dgm:prSet presAssocID="{091A8AC7-DB9C-4155-BDD6-A757B073EC81}" presName="sibTrans" presStyleCnt="0"/>
      <dgm:spPr/>
    </dgm:pt>
    <dgm:pt modelId="{6E1A4AFE-617E-4827-B09F-56DDBF0FDFE5}" type="pres">
      <dgm:prSet presAssocID="{ACC7A208-72C3-4486-BEB3-9F99D55CD9B3}" presName="compNode" presStyleCnt="0"/>
      <dgm:spPr/>
    </dgm:pt>
    <dgm:pt modelId="{AC48492F-BA94-4AA2-8E18-257793FFCF6E}" type="pres">
      <dgm:prSet presAssocID="{ACC7A208-72C3-4486-BEB3-9F99D55CD9B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BDA2C40C-3EAE-4C42-9A09-C3CE2FBBAC8F}" type="pres">
      <dgm:prSet presAssocID="{ACC7A208-72C3-4486-BEB3-9F99D55CD9B3}" presName="iconSpace" presStyleCnt="0"/>
      <dgm:spPr/>
    </dgm:pt>
    <dgm:pt modelId="{22342ADF-D11D-4988-B20D-397E502F8912}" type="pres">
      <dgm:prSet presAssocID="{ACC7A208-72C3-4486-BEB3-9F99D55CD9B3}" presName="parTx" presStyleLbl="revTx" presStyleIdx="2" presStyleCnt="6">
        <dgm:presLayoutVars>
          <dgm:chMax val="0"/>
          <dgm:chPref val="0"/>
        </dgm:presLayoutVars>
      </dgm:prSet>
      <dgm:spPr/>
    </dgm:pt>
    <dgm:pt modelId="{E8B6D920-BB97-47FB-8888-ABE2298C9BCF}" type="pres">
      <dgm:prSet presAssocID="{ACC7A208-72C3-4486-BEB3-9F99D55CD9B3}" presName="txSpace" presStyleCnt="0"/>
      <dgm:spPr/>
    </dgm:pt>
    <dgm:pt modelId="{9AE5E7A3-272D-456C-B0F5-7EEEE4A6AB9C}" type="pres">
      <dgm:prSet presAssocID="{ACC7A208-72C3-4486-BEB3-9F99D55CD9B3}" presName="desTx" presStyleLbl="revTx" presStyleIdx="3" presStyleCnt="6">
        <dgm:presLayoutVars/>
      </dgm:prSet>
      <dgm:spPr/>
    </dgm:pt>
    <dgm:pt modelId="{3C38FC03-9CB1-45A1-AF99-2E3D9423E7BB}" type="pres">
      <dgm:prSet presAssocID="{20058C1D-457F-498D-B22D-CB90F1AC4DE1}" presName="sibTrans" presStyleCnt="0"/>
      <dgm:spPr/>
    </dgm:pt>
    <dgm:pt modelId="{BB5FEFAF-9D75-457C-966D-EE9C2F4D77A0}" type="pres">
      <dgm:prSet presAssocID="{D490EEAF-A0DD-4B5C-A10C-C523998FFBCF}" presName="compNode" presStyleCnt="0"/>
      <dgm:spPr/>
    </dgm:pt>
    <dgm:pt modelId="{952E2A94-2684-4072-BBF1-9D15704CAED7}" type="pres">
      <dgm:prSet presAssocID="{D490EEAF-A0DD-4B5C-A10C-C523998FFBC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180A7789-A15E-47F2-ADDC-6A7A7CFDE11B}" type="pres">
      <dgm:prSet presAssocID="{D490EEAF-A0DD-4B5C-A10C-C523998FFBCF}" presName="iconSpace" presStyleCnt="0"/>
      <dgm:spPr/>
    </dgm:pt>
    <dgm:pt modelId="{2CD8F836-182E-4D44-B046-89F9B9FC153D}" type="pres">
      <dgm:prSet presAssocID="{D490EEAF-A0DD-4B5C-A10C-C523998FFBCF}" presName="parTx" presStyleLbl="revTx" presStyleIdx="4" presStyleCnt="6">
        <dgm:presLayoutVars>
          <dgm:chMax val="0"/>
          <dgm:chPref val="0"/>
        </dgm:presLayoutVars>
      </dgm:prSet>
      <dgm:spPr/>
    </dgm:pt>
    <dgm:pt modelId="{F57C006F-7343-4D2E-AC18-62A703DE8261}" type="pres">
      <dgm:prSet presAssocID="{D490EEAF-A0DD-4B5C-A10C-C523998FFBCF}" presName="txSpace" presStyleCnt="0"/>
      <dgm:spPr/>
    </dgm:pt>
    <dgm:pt modelId="{1E350DA1-B40A-4048-BC67-CCA36FE90027}" type="pres">
      <dgm:prSet presAssocID="{D490EEAF-A0DD-4B5C-A10C-C523998FFBCF}" presName="desTx" presStyleLbl="revTx" presStyleIdx="5" presStyleCnt="6">
        <dgm:presLayoutVars/>
      </dgm:prSet>
      <dgm:spPr/>
    </dgm:pt>
  </dgm:ptLst>
  <dgm:cxnLst>
    <dgm:cxn modelId="{F646330F-8283-4D39-8F1D-3702BC5CF60C}" srcId="{62C2770D-42B9-46C6-A277-50806839C366}" destId="{DEA21F41-24D7-4181-B20D-B4A5EC799816}" srcOrd="0" destOrd="0" parTransId="{3FEC1256-98D9-416E-819F-307EBFD12694}" sibTransId="{954899A2-DCD7-4600-B732-FDD1254A80A0}"/>
    <dgm:cxn modelId="{F585AE15-8ACE-45AF-B485-4EA0E43A0870}" srcId="{ACC7A208-72C3-4486-BEB3-9F99D55CD9B3}" destId="{94326F8C-46AB-4457-ADC7-05A9684D5E69}" srcOrd="1" destOrd="0" parTransId="{1B9B20F8-B9D9-48DF-B585-6CEAE3C49D7B}" sibTransId="{6726FC8F-BB3F-4ABE-9532-0DF24704AF4C}"/>
    <dgm:cxn modelId="{2AD07E2A-DFCE-4D52-BFE4-B6FC0E066BF8}" type="presOf" srcId="{DEA21F41-24D7-4181-B20D-B4A5EC799816}" destId="{1E350DA1-B40A-4048-BC67-CCA36FE90027}" srcOrd="0" destOrd="1" presId="urn:microsoft.com/office/officeart/2018/2/layout/IconLabelDescriptionList"/>
    <dgm:cxn modelId="{E42E9732-F68F-48D8-869F-C909D1312D0B}" type="presOf" srcId="{BA3834B5-1183-419B-B4D0-B094ADAE81BB}" destId="{FACCAA02-6FD4-4DCF-B365-E3B1EEF442D1}" srcOrd="0" destOrd="1" presId="urn:microsoft.com/office/officeart/2018/2/layout/IconLabelDescriptionList"/>
    <dgm:cxn modelId="{B47C6E5F-74CC-4A63-8FBB-3AEC025A2E37}" type="presOf" srcId="{06C37CC8-32F8-4E9D-8327-5B052AD7724B}" destId="{FACCAA02-6FD4-4DCF-B365-E3B1EEF442D1}" srcOrd="0" destOrd="0" presId="urn:microsoft.com/office/officeart/2018/2/layout/IconLabelDescriptionList"/>
    <dgm:cxn modelId="{8E896753-19D9-4CB1-95B2-C3CCC0C37A12}" srcId="{62C2770D-42B9-46C6-A277-50806839C366}" destId="{A2F4EA8D-EE35-4F0E-A171-E232E68EC97F}" srcOrd="2" destOrd="0" parTransId="{0C3047A3-7DB0-45D3-94F5-7ACA488A80DB}" sibTransId="{29C9E2F9-EE26-45F5-89AE-99B576892F58}"/>
    <dgm:cxn modelId="{B2A11E58-03A1-4446-B973-45980003C809}" type="presOf" srcId="{D490EEAF-A0DD-4B5C-A10C-C523998FFBCF}" destId="{2CD8F836-182E-4D44-B046-89F9B9FC153D}" srcOrd="0" destOrd="0" presId="urn:microsoft.com/office/officeart/2018/2/layout/IconLabelDescriptionList"/>
    <dgm:cxn modelId="{68039484-F734-49E8-97C0-B6F457DF664F}" srcId="{A1F4D6AF-EEC6-4E3E-95AB-F2872C556043}" destId="{EFB83ED9-4381-4A93-953D-BEFDDE034A51}" srcOrd="0" destOrd="0" parTransId="{CF294014-9BC0-4929-B16D-7B97D8DE1DE4}" sibTransId="{091A8AC7-DB9C-4155-BDD6-A757B073EC81}"/>
    <dgm:cxn modelId="{8ADD658E-49FB-4FFA-BD37-CA4C1F262B2A}" type="presOf" srcId="{94326F8C-46AB-4457-ADC7-05A9684D5E69}" destId="{9AE5E7A3-272D-456C-B0F5-7EEEE4A6AB9C}" srcOrd="0" destOrd="1" presId="urn:microsoft.com/office/officeart/2018/2/layout/IconLabelDescriptionList"/>
    <dgm:cxn modelId="{B3B4839E-7DE8-48FE-A9AD-6ECA6017A979}" srcId="{EFB83ED9-4381-4A93-953D-BEFDDE034A51}" destId="{06C37CC8-32F8-4E9D-8327-5B052AD7724B}" srcOrd="0" destOrd="0" parTransId="{33E65D78-616E-471E-BE5D-C95CCFE1503E}" sibTransId="{90C61C79-C543-48A9-8E5B-632004CCF52E}"/>
    <dgm:cxn modelId="{31E17CA9-C2EC-406D-A040-B8D4F69389EB}" type="presOf" srcId="{4B41D045-C735-48A6-809A-68203388487A}" destId="{9AE5E7A3-272D-456C-B0F5-7EEEE4A6AB9C}" srcOrd="0" destOrd="0" presId="urn:microsoft.com/office/officeart/2018/2/layout/IconLabelDescriptionList"/>
    <dgm:cxn modelId="{54DD8BB4-6F5E-47A5-9BF8-37B4483A0D07}" type="presOf" srcId="{A1F4D6AF-EEC6-4E3E-95AB-F2872C556043}" destId="{06D723D9-149A-4763-8B75-FBA0FA00D2D2}" srcOrd="0" destOrd="0" presId="urn:microsoft.com/office/officeart/2018/2/layout/IconLabelDescriptionList"/>
    <dgm:cxn modelId="{D8E558B5-FF20-4E6A-9FC9-7FCEF950EAA5}" type="presOf" srcId="{EFB83ED9-4381-4A93-953D-BEFDDE034A51}" destId="{4975B277-B576-4209-8B18-D15BD9B15761}" srcOrd="0" destOrd="0" presId="urn:microsoft.com/office/officeart/2018/2/layout/IconLabelDescriptionList"/>
    <dgm:cxn modelId="{F3027EC2-A19F-42DF-A798-47E84952D227}" srcId="{A1F4D6AF-EEC6-4E3E-95AB-F2872C556043}" destId="{D490EEAF-A0DD-4B5C-A10C-C523998FFBCF}" srcOrd="2" destOrd="0" parTransId="{B4114642-2762-4B90-8E90-651A64AB2E2C}" sibTransId="{351FC220-ED01-440E-941F-198A4F39D657}"/>
    <dgm:cxn modelId="{08B462C3-48AB-4926-B1E8-05DD28FB19D0}" type="presOf" srcId="{ACC7A208-72C3-4486-BEB3-9F99D55CD9B3}" destId="{22342ADF-D11D-4988-B20D-397E502F8912}" srcOrd="0" destOrd="0" presId="urn:microsoft.com/office/officeart/2018/2/layout/IconLabelDescriptionList"/>
    <dgm:cxn modelId="{9B2CD5C8-2C4A-4D81-BCF1-01A779F9047B}" type="presOf" srcId="{62C2770D-42B9-46C6-A277-50806839C366}" destId="{1E350DA1-B40A-4048-BC67-CCA36FE90027}" srcOrd="0" destOrd="0" presId="urn:microsoft.com/office/officeart/2018/2/layout/IconLabelDescriptionList"/>
    <dgm:cxn modelId="{41C61FCB-25EA-4996-95AB-70CC027A3548}" type="presOf" srcId="{94C760C4-1312-4F03-9FA8-1FF5663638EE}" destId="{1E350DA1-B40A-4048-BC67-CCA36FE90027}" srcOrd="0" destOrd="2" presId="urn:microsoft.com/office/officeart/2018/2/layout/IconLabelDescriptionList"/>
    <dgm:cxn modelId="{CDFA2ECB-3FCF-4251-942B-7B9B859A455E}" srcId="{A1F4D6AF-EEC6-4E3E-95AB-F2872C556043}" destId="{ACC7A208-72C3-4486-BEB3-9F99D55CD9B3}" srcOrd="1" destOrd="0" parTransId="{FF21EB7C-3911-49BC-BCB7-0EBA488897DF}" sibTransId="{20058C1D-457F-498D-B22D-CB90F1AC4DE1}"/>
    <dgm:cxn modelId="{7FABCBD2-C58D-4A1F-91BF-35F76AA5D02E}" srcId="{EFB83ED9-4381-4A93-953D-BEFDDE034A51}" destId="{BA3834B5-1183-419B-B4D0-B094ADAE81BB}" srcOrd="1" destOrd="0" parTransId="{9EAF87D8-2F9B-4055-BBD4-DA025FA5EA94}" sibTransId="{F337978D-9F05-45B4-A4A2-F2AFA2406293}"/>
    <dgm:cxn modelId="{B5FB12D4-5F5A-463B-B407-2C0126191B37}" type="presOf" srcId="{A2F4EA8D-EE35-4F0E-A171-E232E68EC97F}" destId="{1E350DA1-B40A-4048-BC67-CCA36FE90027}" srcOrd="0" destOrd="3" presId="urn:microsoft.com/office/officeart/2018/2/layout/IconLabelDescriptionList"/>
    <dgm:cxn modelId="{D53A9FD4-D8CD-43F3-A61B-4C56CC72ED21}" srcId="{62C2770D-42B9-46C6-A277-50806839C366}" destId="{94C760C4-1312-4F03-9FA8-1FF5663638EE}" srcOrd="1" destOrd="0" parTransId="{2A55B571-44E3-4F23-8E03-5073E12EC319}" sibTransId="{64D57DF4-D42F-4607-9F26-1830EB7752D3}"/>
    <dgm:cxn modelId="{9062FCE5-E4C6-4C60-A8A6-6D68757DF5CD}" srcId="{ACC7A208-72C3-4486-BEB3-9F99D55CD9B3}" destId="{4B41D045-C735-48A6-809A-68203388487A}" srcOrd="0" destOrd="0" parTransId="{CC7B87E6-130F-4305-9CE2-96207AE07D8B}" sibTransId="{802D90E7-997D-4F6D-93A7-8F2A48996542}"/>
    <dgm:cxn modelId="{7F2C2DF9-5773-486E-9750-43F5067B1985}" srcId="{D490EEAF-A0DD-4B5C-A10C-C523998FFBCF}" destId="{62C2770D-42B9-46C6-A277-50806839C366}" srcOrd="0" destOrd="0" parTransId="{142EFB2B-2996-4B45-81D8-6D1EB1A207E4}" sibTransId="{4F6BBCFE-4794-491B-A66A-85138BB10EB0}"/>
    <dgm:cxn modelId="{F56B5787-DF5A-4A4D-9733-0F0DDD2A63B7}" type="presParOf" srcId="{06D723D9-149A-4763-8B75-FBA0FA00D2D2}" destId="{E3621A5E-ED83-40D6-963F-5F1EE4C7D4F0}" srcOrd="0" destOrd="0" presId="urn:microsoft.com/office/officeart/2018/2/layout/IconLabelDescriptionList"/>
    <dgm:cxn modelId="{CE8A48D9-A18A-40D3-96C6-48DB8F66A33D}" type="presParOf" srcId="{E3621A5E-ED83-40D6-963F-5F1EE4C7D4F0}" destId="{6A1FE156-9C1B-4218-9A62-32129B3225E3}" srcOrd="0" destOrd="0" presId="urn:microsoft.com/office/officeart/2018/2/layout/IconLabelDescriptionList"/>
    <dgm:cxn modelId="{41F05201-8807-4148-9FB7-84CDB23DB133}" type="presParOf" srcId="{E3621A5E-ED83-40D6-963F-5F1EE4C7D4F0}" destId="{6CA730C6-0ED5-48AB-9B24-1CE2B2DB5E9B}" srcOrd="1" destOrd="0" presId="urn:microsoft.com/office/officeart/2018/2/layout/IconLabelDescriptionList"/>
    <dgm:cxn modelId="{71502B57-F03B-4433-9B21-AEEE1263D35C}" type="presParOf" srcId="{E3621A5E-ED83-40D6-963F-5F1EE4C7D4F0}" destId="{4975B277-B576-4209-8B18-D15BD9B15761}" srcOrd="2" destOrd="0" presId="urn:microsoft.com/office/officeart/2018/2/layout/IconLabelDescriptionList"/>
    <dgm:cxn modelId="{A4C772E7-2BA4-473C-A798-F27DC5618D51}" type="presParOf" srcId="{E3621A5E-ED83-40D6-963F-5F1EE4C7D4F0}" destId="{57C8F871-1A98-4203-917A-FB87162298BF}" srcOrd="3" destOrd="0" presId="urn:microsoft.com/office/officeart/2018/2/layout/IconLabelDescriptionList"/>
    <dgm:cxn modelId="{D865BCEB-A151-455E-8DD8-1EF3F41939AC}" type="presParOf" srcId="{E3621A5E-ED83-40D6-963F-5F1EE4C7D4F0}" destId="{FACCAA02-6FD4-4DCF-B365-E3B1EEF442D1}" srcOrd="4" destOrd="0" presId="urn:microsoft.com/office/officeart/2018/2/layout/IconLabelDescriptionList"/>
    <dgm:cxn modelId="{5D2E8A95-D87B-410D-A59F-5913A8E61FA6}" type="presParOf" srcId="{06D723D9-149A-4763-8B75-FBA0FA00D2D2}" destId="{C1B2792D-9D26-4BE2-BB0D-E28A62712152}" srcOrd="1" destOrd="0" presId="urn:microsoft.com/office/officeart/2018/2/layout/IconLabelDescriptionList"/>
    <dgm:cxn modelId="{30CE072B-39A2-4A5A-9877-F510BEBFDF98}" type="presParOf" srcId="{06D723D9-149A-4763-8B75-FBA0FA00D2D2}" destId="{6E1A4AFE-617E-4827-B09F-56DDBF0FDFE5}" srcOrd="2" destOrd="0" presId="urn:microsoft.com/office/officeart/2018/2/layout/IconLabelDescriptionList"/>
    <dgm:cxn modelId="{BF6C09CE-7A89-44C9-AD46-4B88A1804102}" type="presParOf" srcId="{6E1A4AFE-617E-4827-B09F-56DDBF0FDFE5}" destId="{AC48492F-BA94-4AA2-8E18-257793FFCF6E}" srcOrd="0" destOrd="0" presId="urn:microsoft.com/office/officeart/2018/2/layout/IconLabelDescriptionList"/>
    <dgm:cxn modelId="{94319105-1D2E-4070-BC72-B69785DC6F42}" type="presParOf" srcId="{6E1A4AFE-617E-4827-B09F-56DDBF0FDFE5}" destId="{BDA2C40C-3EAE-4C42-9A09-C3CE2FBBAC8F}" srcOrd="1" destOrd="0" presId="urn:microsoft.com/office/officeart/2018/2/layout/IconLabelDescriptionList"/>
    <dgm:cxn modelId="{0A3A1B85-DBBB-4C34-A249-1B65FAE06B3B}" type="presParOf" srcId="{6E1A4AFE-617E-4827-B09F-56DDBF0FDFE5}" destId="{22342ADF-D11D-4988-B20D-397E502F8912}" srcOrd="2" destOrd="0" presId="urn:microsoft.com/office/officeart/2018/2/layout/IconLabelDescriptionList"/>
    <dgm:cxn modelId="{B1E25C2F-6470-4C58-BF0E-E4ABF13CE4C7}" type="presParOf" srcId="{6E1A4AFE-617E-4827-B09F-56DDBF0FDFE5}" destId="{E8B6D920-BB97-47FB-8888-ABE2298C9BCF}" srcOrd="3" destOrd="0" presId="urn:microsoft.com/office/officeart/2018/2/layout/IconLabelDescriptionList"/>
    <dgm:cxn modelId="{01634EDC-9618-484A-9723-FEC55B5D16E2}" type="presParOf" srcId="{6E1A4AFE-617E-4827-B09F-56DDBF0FDFE5}" destId="{9AE5E7A3-272D-456C-B0F5-7EEEE4A6AB9C}" srcOrd="4" destOrd="0" presId="urn:microsoft.com/office/officeart/2018/2/layout/IconLabelDescriptionList"/>
    <dgm:cxn modelId="{EC8DD86E-6CA8-41CA-A48D-1A50CC36D4A4}" type="presParOf" srcId="{06D723D9-149A-4763-8B75-FBA0FA00D2D2}" destId="{3C38FC03-9CB1-45A1-AF99-2E3D9423E7BB}" srcOrd="3" destOrd="0" presId="urn:microsoft.com/office/officeart/2018/2/layout/IconLabelDescriptionList"/>
    <dgm:cxn modelId="{978FBC6F-2DED-4B66-90EB-D30C8B24DB2F}" type="presParOf" srcId="{06D723D9-149A-4763-8B75-FBA0FA00D2D2}" destId="{BB5FEFAF-9D75-457C-966D-EE9C2F4D77A0}" srcOrd="4" destOrd="0" presId="urn:microsoft.com/office/officeart/2018/2/layout/IconLabelDescriptionList"/>
    <dgm:cxn modelId="{E92F12A3-28AC-4E0B-A1C1-6F541F2E37F8}" type="presParOf" srcId="{BB5FEFAF-9D75-457C-966D-EE9C2F4D77A0}" destId="{952E2A94-2684-4072-BBF1-9D15704CAED7}" srcOrd="0" destOrd="0" presId="urn:microsoft.com/office/officeart/2018/2/layout/IconLabelDescriptionList"/>
    <dgm:cxn modelId="{F0658FA3-2E90-4DBE-9C4B-EF24408D2F3F}" type="presParOf" srcId="{BB5FEFAF-9D75-457C-966D-EE9C2F4D77A0}" destId="{180A7789-A15E-47F2-ADDC-6A7A7CFDE11B}" srcOrd="1" destOrd="0" presId="urn:microsoft.com/office/officeart/2018/2/layout/IconLabelDescriptionList"/>
    <dgm:cxn modelId="{D9C603A9-C0E4-4682-A60D-2BD8B5EB7A10}" type="presParOf" srcId="{BB5FEFAF-9D75-457C-966D-EE9C2F4D77A0}" destId="{2CD8F836-182E-4D44-B046-89F9B9FC153D}" srcOrd="2" destOrd="0" presId="urn:microsoft.com/office/officeart/2018/2/layout/IconLabelDescriptionList"/>
    <dgm:cxn modelId="{690F8C56-FE7F-49BD-A123-8A8DBB41F400}" type="presParOf" srcId="{BB5FEFAF-9D75-457C-966D-EE9C2F4D77A0}" destId="{F57C006F-7343-4D2E-AC18-62A703DE8261}" srcOrd="3" destOrd="0" presId="urn:microsoft.com/office/officeart/2018/2/layout/IconLabelDescriptionList"/>
    <dgm:cxn modelId="{7265DA83-1836-40F7-B121-778379718652}" type="presParOf" srcId="{BB5FEFAF-9D75-457C-966D-EE9C2F4D77A0}" destId="{1E350DA1-B40A-4048-BC67-CCA36FE9002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15865-7F41-403E-8BBC-EEDE1B71A19C}">
      <dsp:nvSpPr>
        <dsp:cNvPr id="0" name=""/>
        <dsp:cNvSpPr/>
      </dsp:nvSpPr>
      <dsp:spPr>
        <a:xfrm>
          <a:off x="3178" y="374655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E1710-1657-409F-AE0F-87A5C7F753A0}">
      <dsp:nvSpPr>
        <dsp:cNvPr id="0" name=""/>
        <dsp:cNvSpPr/>
      </dsp:nvSpPr>
      <dsp:spPr>
        <a:xfrm>
          <a:off x="3178" y="1652318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Main Question :</a:t>
          </a:r>
          <a:endParaRPr lang="en-US" sz="1900" kern="1200"/>
        </a:p>
      </dsp:txBody>
      <dsp:txXfrm>
        <a:off x="3178" y="1652318"/>
        <a:ext cx="3290624" cy="493593"/>
      </dsp:txXfrm>
    </dsp:sp>
    <dsp:sp modelId="{A9A60EBB-D1BE-455E-9CB2-89DCA49C4F0D}">
      <dsp:nvSpPr>
        <dsp:cNvPr id="0" name=""/>
        <dsp:cNvSpPr/>
      </dsp:nvSpPr>
      <dsp:spPr>
        <a:xfrm>
          <a:off x="3178" y="2204490"/>
          <a:ext cx="3290624" cy="109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Which weather variables are the best predictors of Zone 1 power consumption in </a:t>
          </a:r>
          <a:r>
            <a:rPr lang="en-US" sz="1600" kern="1200" err="1"/>
            <a:t>Tetouan</a:t>
          </a:r>
          <a:r>
            <a:rPr lang="en-US" sz="1600" kern="1200"/>
            <a:t> City?</a:t>
          </a:r>
        </a:p>
      </dsp:txBody>
      <dsp:txXfrm>
        <a:off x="3178" y="2204490"/>
        <a:ext cx="3290624" cy="1099091"/>
      </dsp:txXfrm>
    </dsp:sp>
    <dsp:sp modelId="{E0F35509-814E-4879-97B8-F888F1CE1F59}">
      <dsp:nvSpPr>
        <dsp:cNvPr id="0" name=""/>
        <dsp:cNvSpPr/>
      </dsp:nvSpPr>
      <dsp:spPr>
        <a:xfrm>
          <a:off x="3869662" y="374655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E25221-8785-4078-8782-691B6588972B}">
      <dsp:nvSpPr>
        <dsp:cNvPr id="0" name=""/>
        <dsp:cNvSpPr/>
      </dsp:nvSpPr>
      <dsp:spPr>
        <a:xfrm>
          <a:off x="3869662" y="1652318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Predictor Variables Studied : </a:t>
          </a:r>
          <a:endParaRPr lang="en-US" sz="1900" kern="1200"/>
        </a:p>
      </dsp:txBody>
      <dsp:txXfrm>
        <a:off x="3869662" y="1652318"/>
        <a:ext cx="3290624" cy="493593"/>
      </dsp:txXfrm>
    </dsp:sp>
    <dsp:sp modelId="{1D338E74-89C2-43E4-B43F-6537763F6A62}">
      <dsp:nvSpPr>
        <dsp:cNvPr id="0" name=""/>
        <dsp:cNvSpPr/>
      </dsp:nvSpPr>
      <dsp:spPr>
        <a:xfrm>
          <a:off x="3869662" y="2204490"/>
          <a:ext cx="3290624" cy="109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Temperature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Humidity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Windspeed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General Diffuse Flows</a:t>
          </a:r>
        </a:p>
      </dsp:txBody>
      <dsp:txXfrm>
        <a:off x="3869662" y="2204490"/>
        <a:ext cx="3290624" cy="1099091"/>
      </dsp:txXfrm>
    </dsp:sp>
    <dsp:sp modelId="{18EC1E16-5FC1-4548-9584-840D9A9DCA9B}">
      <dsp:nvSpPr>
        <dsp:cNvPr id="0" name=""/>
        <dsp:cNvSpPr/>
      </dsp:nvSpPr>
      <dsp:spPr>
        <a:xfrm>
          <a:off x="7736146" y="374655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2BA87-FB8B-4DB6-8535-0603065563E4}">
      <dsp:nvSpPr>
        <dsp:cNvPr id="0" name=""/>
        <dsp:cNvSpPr/>
      </dsp:nvSpPr>
      <dsp:spPr>
        <a:xfrm>
          <a:off x="7736146" y="1652318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Response Variable : </a:t>
          </a:r>
          <a:endParaRPr lang="en-US" sz="1900" kern="1200"/>
        </a:p>
      </dsp:txBody>
      <dsp:txXfrm>
        <a:off x="7736146" y="1652318"/>
        <a:ext cx="3290624" cy="493593"/>
      </dsp:txXfrm>
    </dsp:sp>
    <dsp:sp modelId="{2F7F1CDD-995C-4297-9C09-F318B233A5C3}">
      <dsp:nvSpPr>
        <dsp:cNvPr id="0" name=""/>
        <dsp:cNvSpPr/>
      </dsp:nvSpPr>
      <dsp:spPr>
        <a:xfrm>
          <a:off x="7736146" y="2204490"/>
          <a:ext cx="3290624" cy="109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Zone 1 Power Consumption</a:t>
          </a:r>
        </a:p>
      </dsp:txBody>
      <dsp:txXfrm>
        <a:off x="7736146" y="2204490"/>
        <a:ext cx="3290624" cy="10990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746E4-EB1B-491D-A6E5-A9CF07410656}">
      <dsp:nvSpPr>
        <dsp:cNvPr id="0" name=""/>
        <dsp:cNvSpPr/>
      </dsp:nvSpPr>
      <dsp:spPr>
        <a:xfrm>
          <a:off x="10338" y="455328"/>
          <a:ext cx="2671397" cy="801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100" tIns="211100" rIns="211100" bIns="2111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Dataset Overview</a:t>
          </a:r>
          <a:endParaRPr lang="en-US" sz="2100" kern="1200"/>
        </a:p>
      </dsp:txBody>
      <dsp:txXfrm>
        <a:off x="10338" y="455328"/>
        <a:ext cx="2671397" cy="801419"/>
      </dsp:txXfrm>
    </dsp:sp>
    <dsp:sp modelId="{F92613A7-7B40-45A6-A320-4E29642382A6}">
      <dsp:nvSpPr>
        <dsp:cNvPr id="0" name=""/>
        <dsp:cNvSpPr/>
      </dsp:nvSpPr>
      <dsp:spPr>
        <a:xfrm>
          <a:off x="10338" y="1256748"/>
          <a:ext cx="2671397" cy="236091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875" tIns="263875" rIns="263875" bIns="2638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Approx. 52,410 observations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collected every 10 minutes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Dataset includes weather measurements and electricity consumption in </a:t>
          </a:r>
          <a:r>
            <a:rPr lang="en-US" sz="1100" kern="1200" err="1"/>
            <a:t>Tetouan</a:t>
          </a:r>
          <a:r>
            <a:rPr lang="en-US" sz="1100" kern="1200"/>
            <a:t> City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Final cleaned dataset contained 13 variables after preprocessing </a:t>
          </a:r>
        </a:p>
      </dsp:txBody>
      <dsp:txXfrm>
        <a:off x="10338" y="1256748"/>
        <a:ext cx="2671397" cy="2360918"/>
      </dsp:txXfrm>
    </dsp:sp>
    <dsp:sp modelId="{918FFCC2-161B-4655-85D5-7A288F1EA7FB}">
      <dsp:nvSpPr>
        <dsp:cNvPr id="0" name=""/>
        <dsp:cNvSpPr/>
      </dsp:nvSpPr>
      <dsp:spPr>
        <a:xfrm>
          <a:off x="2789630" y="455328"/>
          <a:ext cx="2671397" cy="8014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100" tIns="211100" rIns="211100" bIns="2111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Modeling Setup</a:t>
          </a:r>
          <a:endParaRPr lang="en-US" sz="2100" kern="1200"/>
        </a:p>
      </dsp:txBody>
      <dsp:txXfrm>
        <a:off x="2789630" y="455328"/>
        <a:ext cx="2671397" cy="801419"/>
      </dsp:txXfrm>
    </dsp:sp>
    <dsp:sp modelId="{6B311482-0311-43A3-BB81-E67C305CF5B3}">
      <dsp:nvSpPr>
        <dsp:cNvPr id="0" name=""/>
        <dsp:cNvSpPr/>
      </dsp:nvSpPr>
      <dsp:spPr>
        <a:xfrm>
          <a:off x="2789630" y="1256748"/>
          <a:ext cx="2671397" cy="236091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875" tIns="263875" rIns="263875" bIns="2638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Response Variable: Zone 1 Power Consumption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Train/Test Split: 80% training, 20% testing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Random seed used: </a:t>
          </a:r>
          <a:r>
            <a:rPr lang="en-US" sz="1100" kern="1200" err="1"/>
            <a:t>set.seed</a:t>
          </a:r>
          <a:r>
            <a:rPr lang="en-US" sz="1100" kern="1200"/>
            <a:t>(2026)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Goal: Predict Zone 1 power consumption using weather variables </a:t>
          </a:r>
        </a:p>
      </dsp:txBody>
      <dsp:txXfrm>
        <a:off x="2789630" y="1256748"/>
        <a:ext cx="2671397" cy="2360918"/>
      </dsp:txXfrm>
    </dsp:sp>
    <dsp:sp modelId="{EC4F3285-7D7F-4296-92CE-12D3758F9323}">
      <dsp:nvSpPr>
        <dsp:cNvPr id="0" name=""/>
        <dsp:cNvSpPr/>
      </dsp:nvSpPr>
      <dsp:spPr>
        <a:xfrm>
          <a:off x="5568922" y="455328"/>
          <a:ext cx="2671397" cy="8014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100" tIns="211100" rIns="211100" bIns="2111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Models Used</a:t>
          </a:r>
          <a:endParaRPr lang="en-US" sz="2100" kern="1200"/>
        </a:p>
      </dsp:txBody>
      <dsp:txXfrm>
        <a:off x="5568922" y="455328"/>
        <a:ext cx="2671397" cy="801419"/>
      </dsp:txXfrm>
    </dsp:sp>
    <dsp:sp modelId="{F3154A5F-F586-4704-9CAA-723439077263}">
      <dsp:nvSpPr>
        <dsp:cNvPr id="0" name=""/>
        <dsp:cNvSpPr/>
      </dsp:nvSpPr>
      <dsp:spPr>
        <a:xfrm>
          <a:off x="5568922" y="1256748"/>
          <a:ext cx="2671397" cy="236091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875" tIns="263875" rIns="263875" bIns="2638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Multiple Linear Regression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LASSO Regression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Decision Tree Regression</a:t>
          </a:r>
        </a:p>
      </dsp:txBody>
      <dsp:txXfrm>
        <a:off x="5568922" y="1256748"/>
        <a:ext cx="2671397" cy="2360918"/>
      </dsp:txXfrm>
    </dsp:sp>
    <dsp:sp modelId="{3233E67B-8326-4CA8-9EED-8D2540E01C55}">
      <dsp:nvSpPr>
        <dsp:cNvPr id="0" name=""/>
        <dsp:cNvSpPr/>
      </dsp:nvSpPr>
      <dsp:spPr>
        <a:xfrm>
          <a:off x="8348214" y="455328"/>
          <a:ext cx="2671397" cy="8014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100" tIns="211100" rIns="211100" bIns="21110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Evaluation Metric</a:t>
          </a:r>
          <a:endParaRPr lang="en-US" sz="2100" kern="1200"/>
        </a:p>
      </dsp:txBody>
      <dsp:txXfrm>
        <a:off x="8348214" y="455328"/>
        <a:ext cx="2671397" cy="801419"/>
      </dsp:txXfrm>
    </dsp:sp>
    <dsp:sp modelId="{D71F9FBD-E39A-42E4-88C3-68F9882595F7}">
      <dsp:nvSpPr>
        <dsp:cNvPr id="0" name=""/>
        <dsp:cNvSpPr/>
      </dsp:nvSpPr>
      <dsp:spPr>
        <a:xfrm>
          <a:off x="8348214" y="1256748"/>
          <a:ext cx="2671397" cy="236091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875" tIns="263875" rIns="263875" bIns="2638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Models compared using RMSE (Root Mean Squared Error) on the test dataset</a:t>
          </a:r>
        </a:p>
      </dsp:txBody>
      <dsp:txXfrm>
        <a:off x="8348214" y="1256748"/>
        <a:ext cx="2671397" cy="23609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C4391-C2B1-4CA6-A552-FC6C97006A9B}">
      <dsp:nvSpPr>
        <dsp:cNvPr id="0" name=""/>
        <dsp:cNvSpPr/>
      </dsp:nvSpPr>
      <dsp:spPr>
        <a:xfrm>
          <a:off x="1553127" y="349050"/>
          <a:ext cx="2693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932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0292" y="393269"/>
        <a:ext cx="14996" cy="3002"/>
      </dsp:txXfrm>
    </dsp:sp>
    <dsp:sp modelId="{F1381A35-D592-45FE-A5F9-6BD081302AC6}">
      <dsp:nvSpPr>
        <dsp:cNvPr id="0" name=""/>
        <dsp:cNvSpPr/>
      </dsp:nvSpPr>
      <dsp:spPr>
        <a:xfrm>
          <a:off x="250894" y="3560"/>
          <a:ext cx="1304032" cy="782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99" tIns="67073" rIns="63899" bIns="6707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Loaded raw CSV file</a:t>
          </a:r>
        </a:p>
      </dsp:txBody>
      <dsp:txXfrm>
        <a:off x="250894" y="3560"/>
        <a:ext cx="1304032" cy="782419"/>
      </dsp:txXfrm>
    </dsp:sp>
    <dsp:sp modelId="{CA7244C3-2D9F-45A8-965E-E7A63453F83F}">
      <dsp:nvSpPr>
        <dsp:cNvPr id="0" name=""/>
        <dsp:cNvSpPr/>
      </dsp:nvSpPr>
      <dsp:spPr>
        <a:xfrm>
          <a:off x="902911" y="784180"/>
          <a:ext cx="1603959" cy="269327"/>
        </a:xfrm>
        <a:custGeom>
          <a:avLst/>
          <a:gdLst/>
          <a:ahLst/>
          <a:cxnLst/>
          <a:rect l="0" t="0" r="0" b="0"/>
          <a:pathLst>
            <a:path>
              <a:moveTo>
                <a:pt x="1603959" y="0"/>
              </a:moveTo>
              <a:lnTo>
                <a:pt x="1603959" y="151763"/>
              </a:lnTo>
              <a:lnTo>
                <a:pt x="0" y="151763"/>
              </a:lnTo>
              <a:lnTo>
                <a:pt x="0" y="269327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4096" y="917342"/>
        <a:ext cx="81588" cy="3002"/>
      </dsp:txXfrm>
    </dsp:sp>
    <dsp:sp modelId="{EA57E958-3A8C-47EE-8E36-9AE544C99B04}">
      <dsp:nvSpPr>
        <dsp:cNvPr id="0" name=""/>
        <dsp:cNvSpPr/>
      </dsp:nvSpPr>
      <dsp:spPr>
        <a:xfrm>
          <a:off x="1854854" y="3560"/>
          <a:ext cx="1304032" cy="7824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99" tIns="67073" rIns="63899" bIns="6707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Standardized names using make.names() so R could use column easily</a:t>
          </a:r>
        </a:p>
      </dsp:txBody>
      <dsp:txXfrm>
        <a:off x="1854854" y="3560"/>
        <a:ext cx="1304032" cy="782419"/>
      </dsp:txXfrm>
    </dsp:sp>
    <dsp:sp modelId="{3321BA86-B2E1-4A7D-A69B-4A2236B2D293}">
      <dsp:nvSpPr>
        <dsp:cNvPr id="0" name=""/>
        <dsp:cNvSpPr/>
      </dsp:nvSpPr>
      <dsp:spPr>
        <a:xfrm>
          <a:off x="1553127" y="1431397"/>
          <a:ext cx="2693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9327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0292" y="1475616"/>
        <a:ext cx="14996" cy="3002"/>
      </dsp:txXfrm>
    </dsp:sp>
    <dsp:sp modelId="{1FBB6FCA-C128-4FB8-9345-A85BFBB72B55}">
      <dsp:nvSpPr>
        <dsp:cNvPr id="0" name=""/>
        <dsp:cNvSpPr/>
      </dsp:nvSpPr>
      <dsp:spPr>
        <a:xfrm>
          <a:off x="250894" y="1085907"/>
          <a:ext cx="1304032" cy="7824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99" tIns="67073" rIns="63899" bIns="6707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Converted Data Time from text into data-time format</a:t>
          </a:r>
        </a:p>
      </dsp:txBody>
      <dsp:txXfrm>
        <a:off x="250894" y="1085907"/>
        <a:ext cx="1304032" cy="782419"/>
      </dsp:txXfrm>
    </dsp:sp>
    <dsp:sp modelId="{99336F09-3E27-40F9-857B-93CA96E8D035}">
      <dsp:nvSpPr>
        <dsp:cNvPr id="0" name=""/>
        <dsp:cNvSpPr/>
      </dsp:nvSpPr>
      <dsp:spPr>
        <a:xfrm>
          <a:off x="902911" y="1866527"/>
          <a:ext cx="1603959" cy="269327"/>
        </a:xfrm>
        <a:custGeom>
          <a:avLst/>
          <a:gdLst/>
          <a:ahLst/>
          <a:cxnLst/>
          <a:rect l="0" t="0" r="0" b="0"/>
          <a:pathLst>
            <a:path>
              <a:moveTo>
                <a:pt x="1603959" y="0"/>
              </a:moveTo>
              <a:lnTo>
                <a:pt x="1603959" y="151763"/>
              </a:lnTo>
              <a:lnTo>
                <a:pt x="0" y="151763"/>
              </a:lnTo>
              <a:lnTo>
                <a:pt x="0" y="269327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4096" y="1999689"/>
        <a:ext cx="81588" cy="3002"/>
      </dsp:txXfrm>
    </dsp:sp>
    <dsp:sp modelId="{240CBB9A-06F3-4243-9FFA-B8C1C19EB827}">
      <dsp:nvSpPr>
        <dsp:cNvPr id="0" name=""/>
        <dsp:cNvSpPr/>
      </dsp:nvSpPr>
      <dsp:spPr>
        <a:xfrm>
          <a:off x="1854854" y="1085907"/>
          <a:ext cx="1304032" cy="7824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99" tIns="67073" rIns="63899" bIns="6707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Checked missing values : only 6 rows had missing DateTime</a:t>
          </a:r>
        </a:p>
      </dsp:txBody>
      <dsp:txXfrm>
        <a:off x="1854854" y="1085907"/>
        <a:ext cx="1304032" cy="782419"/>
      </dsp:txXfrm>
    </dsp:sp>
    <dsp:sp modelId="{1C383790-8B72-4F90-B820-8B4A855235BF}">
      <dsp:nvSpPr>
        <dsp:cNvPr id="0" name=""/>
        <dsp:cNvSpPr/>
      </dsp:nvSpPr>
      <dsp:spPr>
        <a:xfrm>
          <a:off x="1553127" y="2513744"/>
          <a:ext cx="2693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9327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0292" y="2557963"/>
        <a:ext cx="14996" cy="3002"/>
      </dsp:txXfrm>
    </dsp:sp>
    <dsp:sp modelId="{848C05BB-2C12-4E2C-85B9-CC35804DCECD}">
      <dsp:nvSpPr>
        <dsp:cNvPr id="0" name=""/>
        <dsp:cNvSpPr/>
      </dsp:nvSpPr>
      <dsp:spPr>
        <a:xfrm>
          <a:off x="250894" y="2168254"/>
          <a:ext cx="1304032" cy="7824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99" tIns="67073" rIns="63899" bIns="6707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Removes those rows because dataset is large</a:t>
          </a:r>
        </a:p>
      </dsp:txBody>
      <dsp:txXfrm>
        <a:off x="250894" y="2168254"/>
        <a:ext cx="1304032" cy="782419"/>
      </dsp:txXfrm>
    </dsp:sp>
    <dsp:sp modelId="{3A2E3732-819A-478B-A594-E5E3AD5CA2DF}">
      <dsp:nvSpPr>
        <dsp:cNvPr id="0" name=""/>
        <dsp:cNvSpPr/>
      </dsp:nvSpPr>
      <dsp:spPr>
        <a:xfrm>
          <a:off x="902911" y="2948874"/>
          <a:ext cx="1603959" cy="269327"/>
        </a:xfrm>
        <a:custGeom>
          <a:avLst/>
          <a:gdLst/>
          <a:ahLst/>
          <a:cxnLst/>
          <a:rect l="0" t="0" r="0" b="0"/>
          <a:pathLst>
            <a:path>
              <a:moveTo>
                <a:pt x="1603959" y="0"/>
              </a:moveTo>
              <a:lnTo>
                <a:pt x="1603959" y="151763"/>
              </a:lnTo>
              <a:lnTo>
                <a:pt x="0" y="151763"/>
              </a:lnTo>
              <a:lnTo>
                <a:pt x="0" y="26932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4096" y="3082036"/>
        <a:ext cx="81588" cy="3002"/>
      </dsp:txXfrm>
    </dsp:sp>
    <dsp:sp modelId="{3D532E33-7897-4749-858A-A63FEB640865}">
      <dsp:nvSpPr>
        <dsp:cNvPr id="0" name=""/>
        <dsp:cNvSpPr/>
      </dsp:nvSpPr>
      <dsp:spPr>
        <a:xfrm>
          <a:off x="1854854" y="2168254"/>
          <a:ext cx="1304032" cy="7824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99" tIns="67073" rIns="63899" bIns="6707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Checked for duplicates : none found</a:t>
          </a:r>
        </a:p>
      </dsp:txBody>
      <dsp:txXfrm>
        <a:off x="1854854" y="2168254"/>
        <a:ext cx="1304032" cy="782419"/>
      </dsp:txXfrm>
    </dsp:sp>
    <dsp:sp modelId="{AB8EEE5D-412E-4D87-80EA-2FD8711062DA}">
      <dsp:nvSpPr>
        <dsp:cNvPr id="0" name=""/>
        <dsp:cNvSpPr/>
      </dsp:nvSpPr>
      <dsp:spPr>
        <a:xfrm>
          <a:off x="250894" y="3250601"/>
          <a:ext cx="1304032" cy="7824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899" tIns="67073" rIns="63899" bIns="6707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Added new columns : Hour, Day, Month, Year</a:t>
          </a:r>
        </a:p>
      </dsp:txBody>
      <dsp:txXfrm>
        <a:off x="250894" y="3250601"/>
        <a:ext cx="1304032" cy="7824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FE156-9C1B-4218-9A62-32129B3225E3}">
      <dsp:nvSpPr>
        <dsp:cNvPr id="0" name=""/>
        <dsp:cNvSpPr/>
      </dsp:nvSpPr>
      <dsp:spPr>
        <a:xfrm>
          <a:off x="3178" y="368991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5B277-B576-4209-8B18-D15BD9B15761}">
      <dsp:nvSpPr>
        <dsp:cNvPr id="0" name=""/>
        <dsp:cNvSpPr/>
      </dsp:nvSpPr>
      <dsp:spPr>
        <a:xfrm>
          <a:off x="3178" y="1647140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Add more features</a:t>
          </a:r>
        </a:p>
      </dsp:txBody>
      <dsp:txXfrm>
        <a:off x="3178" y="1647140"/>
        <a:ext cx="3290624" cy="493593"/>
      </dsp:txXfrm>
    </dsp:sp>
    <dsp:sp modelId="{FACCAA02-6FD4-4DCF-B365-E3B1EEF442D1}">
      <dsp:nvSpPr>
        <dsp:cNvPr id="0" name=""/>
        <dsp:cNvSpPr/>
      </dsp:nvSpPr>
      <dsp:spPr>
        <a:xfrm>
          <a:off x="3178" y="2199539"/>
          <a:ext cx="3290624" cy="110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Include time-based variables like Hour, Day of Week, and Season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These can capture daily and weekly usage patterns</a:t>
          </a:r>
        </a:p>
      </dsp:txBody>
      <dsp:txXfrm>
        <a:off x="3178" y="2199539"/>
        <a:ext cx="3290624" cy="1109706"/>
      </dsp:txXfrm>
    </dsp:sp>
    <dsp:sp modelId="{AC48492F-BA94-4AA2-8E18-257793FFCF6E}">
      <dsp:nvSpPr>
        <dsp:cNvPr id="0" name=""/>
        <dsp:cNvSpPr/>
      </dsp:nvSpPr>
      <dsp:spPr>
        <a:xfrm>
          <a:off x="3869662" y="368991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42ADF-D11D-4988-B20D-397E502F8912}">
      <dsp:nvSpPr>
        <dsp:cNvPr id="0" name=""/>
        <dsp:cNvSpPr/>
      </dsp:nvSpPr>
      <dsp:spPr>
        <a:xfrm>
          <a:off x="3869662" y="1647140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Try advanced models </a:t>
          </a:r>
        </a:p>
      </dsp:txBody>
      <dsp:txXfrm>
        <a:off x="3869662" y="1647140"/>
        <a:ext cx="3290624" cy="493593"/>
      </dsp:txXfrm>
    </dsp:sp>
    <dsp:sp modelId="{9AE5E7A3-272D-456C-B0F5-7EEEE4A6AB9C}">
      <dsp:nvSpPr>
        <dsp:cNvPr id="0" name=""/>
        <dsp:cNvSpPr/>
      </dsp:nvSpPr>
      <dsp:spPr>
        <a:xfrm>
          <a:off x="3869662" y="2199539"/>
          <a:ext cx="3290624" cy="110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Random Forest and Gradient Boosting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These can capture nonlinear patterns better than linear models</a:t>
          </a:r>
        </a:p>
      </dsp:txBody>
      <dsp:txXfrm>
        <a:off x="3869662" y="2199539"/>
        <a:ext cx="3290624" cy="1109706"/>
      </dsp:txXfrm>
    </dsp:sp>
    <dsp:sp modelId="{952E2A94-2684-4072-BBF1-9D15704CAED7}">
      <dsp:nvSpPr>
        <dsp:cNvPr id="0" name=""/>
        <dsp:cNvSpPr/>
      </dsp:nvSpPr>
      <dsp:spPr>
        <a:xfrm>
          <a:off x="7736146" y="368991"/>
          <a:ext cx="1151718" cy="11517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8F836-182E-4D44-B046-89F9B9FC153D}">
      <dsp:nvSpPr>
        <dsp:cNvPr id="0" name=""/>
        <dsp:cNvSpPr/>
      </dsp:nvSpPr>
      <dsp:spPr>
        <a:xfrm>
          <a:off x="7736146" y="1647140"/>
          <a:ext cx="3290624" cy="49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Improve accuracy </a:t>
          </a:r>
        </a:p>
      </dsp:txBody>
      <dsp:txXfrm>
        <a:off x="7736146" y="1647140"/>
        <a:ext cx="3290624" cy="493593"/>
      </dsp:txXfrm>
    </dsp:sp>
    <dsp:sp modelId="{1E350DA1-B40A-4048-BC67-CCA36FE90027}">
      <dsp:nvSpPr>
        <dsp:cNvPr id="0" name=""/>
        <dsp:cNvSpPr/>
      </dsp:nvSpPr>
      <dsp:spPr>
        <a:xfrm>
          <a:off x="7736146" y="2199539"/>
          <a:ext cx="3290624" cy="110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Incorporate non-weather factors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Holidays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Human activity patterns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Energy demand trends</a:t>
          </a:r>
        </a:p>
      </dsp:txBody>
      <dsp:txXfrm>
        <a:off x="7736146" y="2199539"/>
        <a:ext cx="3290624" cy="1109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8D7EB-C5B3-45AC-B5D4-96E40A87557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D73E3-4E43-4A7D-9FE8-2EBED20B4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2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Interpretation </a:t>
            </a:r>
            <a:br>
              <a:rPr lang="en-US"/>
            </a:br>
            <a:r>
              <a:rPr lang="en-US"/>
              <a:t>temperature had largest positive effect, so it is the strongest predictor in the linear model. The model explain about 20.6% of variation in Zone 1 power. The test RMSE was about 6305 power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3D73E3-4E43-4A7D-9FE8-2EBED20B48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22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3D73E3-4E43-4A7D-9FE8-2EBED20B48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6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7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1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34E6425-0181-43F2-84FC-787E803FD2F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6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4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563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00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E86A4C-8E40-4F87-A4F0-01A0687C5742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8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44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0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DA879A6-0FD0-4734-A311-86BFCA472E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29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6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2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2" y="3179765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4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4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0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0" name="Rectangle 3099">
            <a:extLst>
              <a:ext uri="{FF2B5EF4-FFF2-40B4-BE49-F238E27FC236}">
                <a16:creationId xmlns:a16="http://schemas.microsoft.com/office/drawing/2014/main" id="{5C300011-FC29-4481-853E-5E2537982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Tetouan Images – Browse 2,815 Stock Photos, Vectors, and Video | Adobe Stock">
            <a:extLst>
              <a:ext uri="{FF2B5EF4-FFF2-40B4-BE49-F238E27FC236}">
                <a16:creationId xmlns:a16="http://schemas.microsoft.com/office/drawing/2014/main" id="{9E7E6F33-0023-239C-3BF8-015286EE9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3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01" name="Group 3100">
            <a:extLst>
              <a:ext uri="{FF2B5EF4-FFF2-40B4-BE49-F238E27FC236}">
                <a16:creationId xmlns:a16="http://schemas.microsoft.com/office/drawing/2014/main" id="{DB34F5CF-EEE1-407F-9F91-DAF38BFCF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3082" name="Rectangle 3081">
              <a:extLst>
                <a:ext uri="{FF2B5EF4-FFF2-40B4-BE49-F238E27FC236}">
                  <a16:creationId xmlns:a16="http://schemas.microsoft.com/office/drawing/2014/main" id="{A135DF34-A888-4325-B4A2-13B4077C0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rgbClr val="F9FC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02" name="Rectangle 3101">
              <a:extLst>
                <a:ext uri="{FF2B5EF4-FFF2-40B4-BE49-F238E27FC236}">
                  <a16:creationId xmlns:a16="http://schemas.microsoft.com/office/drawing/2014/main" id="{159E8CFA-1FCB-4C13-A1E3-B46F41BA5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rgbClr val="F9FC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5B786142-19B2-4A12-9F96-16486BFDA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rgbClr val="F9FC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103" name="Rectangle 3102">
            <a:extLst>
              <a:ext uri="{FF2B5EF4-FFF2-40B4-BE49-F238E27FC236}">
                <a16:creationId xmlns:a16="http://schemas.microsoft.com/office/drawing/2014/main" id="{2B088ECE-ADBE-44B1-84A8-2D8A8D135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B1730-49C6-E62B-C642-2C0C68831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3992231"/>
            <a:ext cx="10990540" cy="1475013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Tetouan City </a:t>
            </a:r>
            <a:br>
              <a:rPr lang="en-US" sz="4000" b="1">
                <a:solidFill>
                  <a:schemeClr val="bg1"/>
                </a:solidFill>
              </a:rPr>
            </a:br>
            <a:r>
              <a:rPr lang="en-US" sz="4000" b="1">
                <a:solidFill>
                  <a:schemeClr val="bg1"/>
                </a:solidFill>
              </a:rPr>
              <a:t>Power Consumption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A6B78-37A8-AEE0-83AB-EBCF34205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9FC43"/>
                </a:solidFill>
              </a:rPr>
              <a:t>Mahi Patel , Rahee Chauhan, Usman Tahir, Mustafah Khan</a:t>
            </a:r>
          </a:p>
          <a:p>
            <a:endParaRPr lang="en-US">
              <a:solidFill>
                <a:srgbClr val="F9FC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98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2" name="Rectangle 2081">
            <a:extLst>
              <a:ext uri="{FF2B5EF4-FFF2-40B4-BE49-F238E27FC236}">
                <a16:creationId xmlns:a16="http://schemas.microsoft.com/office/drawing/2014/main" id="{EE15E636-2C9E-42CB-B482-436AA81BF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Power Grid&quot; Images – Browse 50,783 Stock Photos, Vectors, and Video | Adobe  Stock">
            <a:extLst>
              <a:ext uri="{FF2B5EF4-FFF2-40B4-BE49-F238E27FC236}">
                <a16:creationId xmlns:a16="http://schemas.microsoft.com/office/drawing/2014/main" id="{E00FCC7E-D205-B9EA-0421-289BE40F1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45" b="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01D4AEDF-0CF9-4271-ABB7-3D3489BB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2084" name="Rectangle 2083">
              <a:extLst>
                <a:ext uri="{FF2B5EF4-FFF2-40B4-BE49-F238E27FC236}">
                  <a16:creationId xmlns:a16="http://schemas.microsoft.com/office/drawing/2014/main" id="{55CA534D-375A-405E-B686-06B63E663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85" name="Rectangle 2084">
              <a:extLst>
                <a:ext uri="{FF2B5EF4-FFF2-40B4-BE49-F238E27FC236}">
                  <a16:creationId xmlns:a16="http://schemas.microsoft.com/office/drawing/2014/main" id="{AA2342F7-EF54-4210-9029-E977C9D57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F95A9B-24CD-8E0C-8D85-7F63C667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3412067" cy="1372177"/>
          </a:xfrm>
        </p:spPr>
        <p:txBody>
          <a:bodyPr anchor="ctr">
            <a:normAutofit/>
          </a:bodyPr>
          <a:lstStyle/>
          <a:p>
            <a:r>
              <a:rPr lang="en-US"/>
              <a:t>Introduction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B5C96-CB20-47AE-3DE4-2828759E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38399"/>
            <a:ext cx="3415074" cy="3564467"/>
          </a:xfrm>
        </p:spPr>
        <p:txBody>
          <a:bodyPr>
            <a:normAutofit/>
          </a:bodyPr>
          <a:lstStyle/>
          <a:p>
            <a:pPr>
              <a:buClr>
                <a:srgbClr val="D79280"/>
              </a:buClr>
            </a:pPr>
            <a:r>
              <a:rPr lang="en-US">
                <a:solidFill>
                  <a:schemeClr val="bg1"/>
                </a:solidFill>
              </a:rPr>
              <a:t>Study power consumption in Tetouan City</a:t>
            </a:r>
          </a:p>
          <a:p>
            <a:pPr>
              <a:buClr>
                <a:srgbClr val="D79280"/>
              </a:buClr>
            </a:pPr>
            <a:r>
              <a:rPr lang="en-US">
                <a:solidFill>
                  <a:schemeClr val="bg1"/>
                </a:solidFill>
              </a:rPr>
              <a:t>Use weather data to predict electricity usage</a:t>
            </a:r>
          </a:p>
          <a:p>
            <a:pPr>
              <a:buClr>
                <a:srgbClr val="D79280"/>
              </a:buClr>
            </a:pPr>
            <a:r>
              <a:rPr lang="en-US">
                <a:solidFill>
                  <a:schemeClr val="bg1"/>
                </a:solidFill>
              </a:rPr>
              <a:t>Helps improve energy planning and efficiency</a:t>
            </a:r>
          </a:p>
          <a:p>
            <a:pPr>
              <a:buClr>
                <a:srgbClr val="D79280"/>
              </a:buClr>
            </a:pPr>
            <a:r>
              <a:rPr lang="en-US">
                <a:solidFill>
                  <a:schemeClr val="bg1"/>
                </a:solidFill>
              </a:rPr>
              <a:t>Important for smart cities and reducing waste</a:t>
            </a:r>
          </a:p>
        </p:txBody>
      </p:sp>
    </p:spTree>
    <p:extLst>
      <p:ext uri="{BB962C8B-B14F-4D97-AF65-F5344CB8AC3E}">
        <p14:creationId xmlns:p14="http://schemas.microsoft.com/office/powerpoint/2010/main" val="118995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CD4932D-DCF2-66DE-C919-BCA03C70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Research Question</a:t>
            </a:r>
          </a:p>
        </p:txBody>
      </p:sp>
      <p:graphicFrame>
        <p:nvGraphicFramePr>
          <p:cNvPr id="35" name="Content Placeholder 9">
            <a:extLst>
              <a:ext uri="{FF2B5EF4-FFF2-40B4-BE49-F238E27FC236}">
                <a16:creationId xmlns:a16="http://schemas.microsoft.com/office/drawing/2014/main" id="{D43F9B3C-F0FA-8D12-1794-4D0DA47A1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823667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73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ED2B-E0F6-E3C3-698A-DE4156D4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9C915D-715C-05FF-3CFC-43EB14F778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081172"/>
              </p:ext>
            </p:extLst>
          </p:nvPr>
        </p:nvGraphicFramePr>
        <p:xfrm>
          <a:off x="581025" y="1786467"/>
          <a:ext cx="11029950" cy="4072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2779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24A1A-1CF8-39B7-24F9-E3D1D2B8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/>
              <a:t>Data Cleaning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32FD1F-F9BF-25D0-3C54-F3BF492AA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455553"/>
              </p:ext>
            </p:extLst>
          </p:nvPr>
        </p:nvGraphicFramePr>
        <p:xfrm>
          <a:off x="601255" y="1964168"/>
          <a:ext cx="3409782" cy="4036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" name="Picture 80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FD1A1171-7302-EEC4-C32D-E7723B7FC1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681" y="618226"/>
            <a:ext cx="7461392" cy="562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20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1EB241-0852-428A-8A50-67737CA93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23EDC2-E1E5-4C5D-9C74-714516AF5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781548-0E4F-4401-A909-82EDF50DB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030110-5A0B-4476-9070-A890E1987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A62BB49-05AD-4D45-B17B-258C19ADB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his image displays a set of boxplots comparing temperature, wind speed, zone 1 power, and humidity across different data points.&#10;&#10;AI-generated content may be incorrect.">
            <a:extLst>
              <a:ext uri="{FF2B5EF4-FFF2-40B4-BE49-F238E27FC236}">
                <a16:creationId xmlns:a16="http://schemas.microsoft.com/office/drawing/2014/main" id="{8ECB00C1-CA57-7925-5E71-2024B781A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70" y="1510850"/>
            <a:ext cx="3032061" cy="393203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44D4667-74B9-431D-AEC9-73B81BE1C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6240" y="638175"/>
            <a:ext cx="3696153" cy="575239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C28E6-6556-7B50-678A-48BE11AA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FFFFFF"/>
                </a:solidFill>
              </a:rPr>
              <a:t>EDA – Variable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FA52F-4BD3-3FF2-C498-C6BBEB63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96275" y="3505095"/>
            <a:ext cx="3081576" cy="173365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900">
                <a:solidFill>
                  <a:schemeClr val="bg2"/>
                </a:solidFill>
              </a:rPr>
              <a:t>Key Findings </a:t>
            </a:r>
          </a:p>
          <a:p>
            <a:pPr>
              <a:lnSpc>
                <a:spcPct val="90000"/>
              </a:lnSpc>
            </a:pPr>
            <a:r>
              <a:rPr lang="en-US" sz="900">
                <a:solidFill>
                  <a:schemeClr val="bg2"/>
                </a:solidFill>
              </a:rPr>
              <a:t>Temperature : Roughly bell shaped, ~19 C median. A few high temp outliers( &gt; 36C)</a:t>
            </a:r>
          </a:p>
          <a:p>
            <a:pPr>
              <a:lnSpc>
                <a:spcPct val="90000"/>
              </a:lnSpc>
            </a:pPr>
            <a:r>
              <a:rPr lang="en-US" sz="900">
                <a:solidFill>
                  <a:schemeClr val="bg2"/>
                </a:solidFill>
              </a:rPr>
              <a:t>Humidity : Left skewed, mostly 60-85%. Some extreme low outliers(~20%)</a:t>
            </a:r>
          </a:p>
          <a:p>
            <a:pPr>
              <a:lnSpc>
                <a:spcPct val="90000"/>
              </a:lnSpc>
            </a:pPr>
            <a:r>
              <a:rPr lang="en-US" sz="900">
                <a:solidFill>
                  <a:schemeClr val="bg2"/>
                </a:solidFill>
              </a:rPr>
              <a:t>Wind Speed : Bimodal – clusters at 0 &amp; ~5. Very little in between(unusual pattern)</a:t>
            </a:r>
          </a:p>
          <a:p>
            <a:pPr>
              <a:lnSpc>
                <a:spcPct val="90000"/>
              </a:lnSpc>
            </a:pPr>
            <a:r>
              <a:rPr lang="en-US" sz="900">
                <a:solidFill>
                  <a:schemeClr val="bg2"/>
                </a:solidFill>
              </a:rPr>
              <a:t>Zone 1 Power : Approx. normal, centered ~32,000. No major outliers</a:t>
            </a:r>
          </a:p>
        </p:txBody>
      </p:sp>
      <p:pic>
        <p:nvPicPr>
          <p:cNvPr id="11" name="Picture 10" descr="The image displays a series of bar graphs comparing different environmental factors (temperature, humidity, wind speed) and their impact on zone power output, with specific numerical values for each category.&#10;&#10;AI-generated content may be incorrect.">
            <a:extLst>
              <a:ext uri="{FF2B5EF4-FFF2-40B4-BE49-F238E27FC236}">
                <a16:creationId xmlns:a16="http://schemas.microsoft.com/office/drawing/2014/main" id="{1A8EA065-CD4C-D605-10D1-A7BF5D8B8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192" y="1321691"/>
            <a:ext cx="3027759" cy="396388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4F447FB-106D-4BB6-B82F-880DB487A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391" y="641101"/>
            <a:ext cx="3695019" cy="574946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8A0B00-C23D-433F-9C32-71C5D8F7B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714" y="638829"/>
            <a:ext cx="3695019" cy="574946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2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E29E0F-03AD-1457-8690-DDE20CE4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chemeClr val="tx1"/>
                </a:solidFill>
              </a:rPr>
              <a:t>Predictor Relationships with Zone 1 Power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25953-A702-B6C9-8C84-B18DC46DB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674" y="4830500"/>
            <a:ext cx="3141879" cy="576262"/>
          </a:xfrm>
        </p:spPr>
        <p:txBody>
          <a:bodyPr/>
          <a:lstStyle/>
          <a:p>
            <a:r>
              <a:rPr lang="en-US" b="1"/>
              <a:t>Temperature</a:t>
            </a:r>
          </a:p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452067-C9F2-C9EA-6257-C7458FD9EAF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74674" y="4954816"/>
            <a:ext cx="3141879" cy="2847293"/>
          </a:xfrm>
        </p:spPr>
        <p:txBody>
          <a:bodyPr>
            <a:normAutofit/>
          </a:bodyPr>
          <a:lstStyle/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Strong Positive relationship.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Correlation is about +0.44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As temperature rises, power consumption generally rises.</a:t>
            </a: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63F369-99F0-B3DF-5E87-008FD3F4D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00064" y="4808388"/>
            <a:ext cx="3147009" cy="576262"/>
          </a:xfrm>
        </p:spPr>
        <p:txBody>
          <a:bodyPr/>
          <a:lstStyle/>
          <a:p>
            <a:r>
              <a:rPr lang="en-US" b="1"/>
              <a:t>Humidity</a:t>
            </a:r>
          </a:p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FBDB7E-1E4B-3FE7-C138-CAF5983CCBC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300063" y="4954816"/>
            <a:ext cx="3147009" cy="2847293"/>
          </a:xfrm>
        </p:spPr>
        <p:txBody>
          <a:bodyPr>
            <a:normAutofit/>
          </a:bodyPr>
          <a:lstStyle/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Moderate negative relationship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Correlation is about -0.29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Higher humidity often appears with lower Zone 1 power. 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61918B-5F46-7F19-56E4-06B686BB6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05584" y="4830500"/>
            <a:ext cx="3145731" cy="576262"/>
          </a:xfrm>
        </p:spPr>
        <p:txBody>
          <a:bodyPr/>
          <a:lstStyle/>
          <a:p>
            <a:r>
              <a:rPr lang="en-US" b="1"/>
              <a:t>Wind speed</a:t>
            </a:r>
          </a:p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972750-8A8D-619A-81E3-46245C63787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642567" y="4956821"/>
            <a:ext cx="3145536" cy="2847293"/>
          </a:xfrm>
        </p:spPr>
        <p:txBody>
          <a:bodyPr>
            <a:normAutofit/>
          </a:bodyPr>
          <a:lstStyle/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Weak relationship overall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Points form vertical bands around 0 and 5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This suggests wind speed is recorded in discrete clusters. 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/>
              <a:t>Does not show clear linear pattern</a:t>
            </a:r>
          </a:p>
          <a:p>
            <a:endParaRPr lang="en-US"/>
          </a:p>
        </p:txBody>
      </p:sp>
      <p:pic>
        <p:nvPicPr>
          <p:cNvPr id="17" name="Picture Placeholder 16" descr="The diagram illustrates a scatter plot showing the relationship between temperature and power consumption in Zone 1, with data points ranging from 50,000 to 10 units of power.&#10;&#10;AI-generated content may be incorrect.">
            <a:extLst>
              <a:ext uri="{FF2B5EF4-FFF2-40B4-BE49-F238E27FC236}">
                <a16:creationId xmlns:a16="http://schemas.microsoft.com/office/drawing/2014/main" id="{C81547F0-568A-F501-A1BC-0C891EEEA1B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12420" b="12420"/>
          <a:stretch>
            <a:fillRect/>
          </a:stretch>
        </p:blipFill>
        <p:spPr>
          <a:xfrm>
            <a:off x="128770" y="1903184"/>
            <a:ext cx="3911272" cy="2314458"/>
          </a:xfrm>
          <a:prstGeom prst="rect">
            <a:avLst/>
          </a:prstGeom>
        </p:spPr>
      </p:pic>
      <p:pic>
        <p:nvPicPr>
          <p:cNvPr id="19" name="Picture 18" descr="The diagram depicts a scatter plot comparing the power consumption (in arbitrary units) across different humidity levels, with data points for Zone 1.&#10;&#10;AI-generated content may be incorrect.">
            <a:extLst>
              <a:ext uri="{FF2B5EF4-FFF2-40B4-BE49-F238E27FC236}">
                <a16:creationId xmlns:a16="http://schemas.microsoft.com/office/drawing/2014/main" id="{DEFFB926-9AB5-EE39-9004-33C2B6AED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802" y="1680632"/>
            <a:ext cx="3595552" cy="2754661"/>
          </a:xfrm>
          <a:prstGeom prst="rect">
            <a:avLst/>
          </a:prstGeom>
        </p:spPr>
      </p:pic>
      <p:pic>
        <p:nvPicPr>
          <p:cNvPr id="21" name="Picture 20" descr="The diagram displays a scatter plot illustrating the relationship between wind speed and power generation in Zone 1, with data points ranging from wind speeds of 0 to 50000 and power outputs from -3 to 6.&#10;&#10;AI-generated content may be incorrect.">
            <a:extLst>
              <a:ext uri="{FF2B5EF4-FFF2-40B4-BE49-F238E27FC236}">
                <a16:creationId xmlns:a16="http://schemas.microsoft.com/office/drawing/2014/main" id="{37C96BDA-F05D-27D8-037A-F5FB9D8B3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584" y="1680631"/>
            <a:ext cx="3956635" cy="275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64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29FB-3730-9A91-0359-B3757E37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b="0" i="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Correlation &amp; Key Findings</a:t>
            </a:r>
          </a:p>
        </p:txBody>
      </p:sp>
      <p:pic>
        <p:nvPicPr>
          <p:cNvPr id="7" name="Picture 6" descr="The diagram illustrates various factors affecting power consumption across three zones, including temperature, humidity, wind speed, and diffuse flows, with negative values indicating a decrease in power consumption.&#10;&#10;AI-generated content may be incorrect.">
            <a:extLst>
              <a:ext uri="{FF2B5EF4-FFF2-40B4-BE49-F238E27FC236}">
                <a16:creationId xmlns:a16="http://schemas.microsoft.com/office/drawing/2014/main" id="{40E46C03-1EBF-FE99-047C-770CF7F03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413" y="2376793"/>
            <a:ext cx="3246133" cy="3006620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5" name="Picture 4" descr="The image shows a line graph depicting the power consumption levels in Zone 1, with values ranging from 20,000 to 50,000, across various dates from January 2017 to January 2018.&#10;&#10;AI-generated content may be incorrect.">
            <a:extLst>
              <a:ext uri="{FF2B5EF4-FFF2-40B4-BE49-F238E27FC236}">
                <a16:creationId xmlns:a16="http://schemas.microsoft.com/office/drawing/2014/main" id="{E15A014E-64D0-96E9-4969-A0184C8E6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050" y="2493044"/>
            <a:ext cx="3289367" cy="3109302"/>
          </a:xfrm>
          <a:prstGeom prst="roundRect">
            <a:avLst>
              <a:gd name="adj" fmla="val 1858"/>
            </a:avLst>
          </a:prstGeom>
          <a:effectLst/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4DACF4-4E98-5D9E-2AE5-24F59BE6E566}"/>
              </a:ext>
            </a:extLst>
          </p:cNvPr>
          <p:cNvSpPr/>
          <p:nvPr/>
        </p:nvSpPr>
        <p:spPr>
          <a:xfrm>
            <a:off x="276726" y="6319003"/>
            <a:ext cx="11613210" cy="3870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Century Gothic"/>
                <a:cs typeface="Helvetica"/>
              </a:rPr>
              <a:t>Key Takeaway : </a:t>
            </a:r>
            <a:r>
              <a:rPr lang="en-US" sz="1200">
                <a:solidFill>
                  <a:schemeClr val="tx1"/>
                </a:solidFill>
                <a:latin typeface="Century Gothic"/>
                <a:cs typeface="Helvetica"/>
              </a:rPr>
              <a:t>Temperature is the strongest predictor, followed by Humidity. Wind Speed shows minimal predictive relationship with Zone 1 power.</a:t>
            </a:r>
            <a:endParaRPr lang="en-US" sz="120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E6A13-176C-F35E-2CC5-82EA442D80D6}"/>
              </a:ext>
            </a:extLst>
          </p:cNvPr>
          <p:cNvSpPr txBox="1"/>
          <p:nvPr/>
        </p:nvSpPr>
        <p:spPr>
          <a:xfrm>
            <a:off x="1163744" y="2274193"/>
            <a:ext cx="2656732" cy="14619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Century Gothic"/>
                <a:cs typeface="Helvetica"/>
              </a:rPr>
              <a:t>Seasonal Pattern</a:t>
            </a:r>
            <a:endParaRPr lang="en-US" sz="1200" b="1">
              <a:latin typeface="Century Gothic"/>
            </a:endParaRPr>
          </a:p>
          <a:p>
            <a:endParaRPr lang="en-US" sz="1100" b="1">
              <a:latin typeface="Century Gothic"/>
              <a:cs typeface="Helvetica"/>
            </a:endParaRPr>
          </a:p>
          <a:p>
            <a:pPr marL="171450" indent="-171450">
              <a:buFont typeface="Wingdings"/>
              <a:buChar char="q"/>
            </a:pPr>
            <a:r>
              <a:rPr lang="en-US" sz="1100">
                <a:latin typeface="Century Gothic"/>
                <a:cs typeface="Helvetica"/>
              </a:rPr>
              <a:t>Power peaks in Jul–Aug 2017 (summer AC use), dips in spring/fall.</a:t>
            </a:r>
            <a:endParaRPr lang="en-US" sz="1100">
              <a:latin typeface="Century Gothic"/>
            </a:endParaRPr>
          </a:p>
          <a:p>
            <a:endParaRPr lang="en-US" sz="1100">
              <a:latin typeface="Century Gothic"/>
              <a:cs typeface="Helvetica"/>
            </a:endParaRPr>
          </a:p>
          <a:p>
            <a:pPr marL="171450" indent="-171450">
              <a:buFont typeface="Wingdings"/>
              <a:buChar char="q"/>
            </a:pPr>
            <a:r>
              <a:rPr lang="en-US" sz="1100">
                <a:latin typeface="Century Gothic"/>
                <a:cs typeface="Helvetica"/>
              </a:rPr>
              <a:t>Confirms temperature is a key driver of consumption.</a:t>
            </a:r>
            <a:endParaRPr lang="en-US" sz="1100">
              <a:latin typeface="Century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02091-4C3A-D737-36C5-84DE5FCF6661}"/>
              </a:ext>
            </a:extLst>
          </p:cNvPr>
          <p:cNvSpPr txBox="1"/>
          <p:nvPr/>
        </p:nvSpPr>
        <p:spPr>
          <a:xfrm>
            <a:off x="1184030" y="3903784"/>
            <a:ext cx="3083169" cy="39446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000"/>
              </a:spcBef>
            </a:pPr>
            <a:r>
              <a:rPr lang="en-US" sz="1200" b="1"/>
              <a:t>Correlation Heatmap Takeaways</a:t>
            </a:r>
            <a:endParaRPr lang="en-US" sz="1200"/>
          </a:p>
          <a:p>
            <a:pPr marL="171450" indent="-171450">
              <a:spcBef>
                <a:spcPts val="1000"/>
              </a:spcBef>
              <a:buFont typeface="Wingdings"/>
              <a:buChar char="q"/>
            </a:pPr>
            <a:r>
              <a:rPr lang="en-US" sz="1100">
                <a:solidFill>
                  <a:srgbClr val="171E2D"/>
                </a:solidFill>
              </a:rPr>
              <a:t>Temperature → Zone 1:  strongest positive correlation</a:t>
            </a:r>
            <a:endParaRPr lang="en-US" sz="1100"/>
          </a:p>
          <a:p>
            <a:pPr marL="171450" indent="-171450">
              <a:spcBef>
                <a:spcPts val="1000"/>
              </a:spcBef>
              <a:buFont typeface="Wingdings"/>
              <a:buChar char="q"/>
            </a:pPr>
            <a:r>
              <a:rPr lang="en-US" sz="1100">
                <a:solidFill>
                  <a:srgbClr val="171E2D"/>
                </a:solidFill>
              </a:rPr>
              <a:t>Humidity → Zone 1:  moderate negative correlation</a:t>
            </a:r>
            <a:endParaRPr lang="en-US" sz="1100"/>
          </a:p>
          <a:p>
            <a:pPr marL="171450" indent="-171450">
              <a:spcBef>
                <a:spcPts val="1000"/>
              </a:spcBef>
              <a:buFont typeface="Wingdings"/>
              <a:buChar char="q"/>
            </a:pPr>
            <a:r>
              <a:rPr lang="en-US" sz="1100">
                <a:solidFill>
                  <a:srgbClr val="171E2D"/>
                </a:solidFill>
              </a:rPr>
              <a:t>Wind Speed → Zone 1:  near zero / very weak</a:t>
            </a:r>
            <a:endParaRPr lang="en-US" sz="1100"/>
          </a:p>
          <a:p>
            <a:pPr marL="171450" indent="-171450">
              <a:spcBef>
                <a:spcPts val="1000"/>
              </a:spcBef>
              <a:buFont typeface="Wingdings"/>
              <a:buChar char="q"/>
            </a:pPr>
            <a:r>
              <a:rPr lang="en-US" sz="1100">
                <a:solidFill>
                  <a:srgbClr val="171E2D"/>
                </a:solidFill>
              </a:rPr>
              <a:t>Temperature &amp; Humidity:  negatively correlated with each other</a:t>
            </a:r>
            <a:endParaRPr lang="en-US" sz="1100"/>
          </a:p>
          <a:p>
            <a:pPr>
              <a:spcBef>
                <a:spcPts val="1000"/>
              </a:spcBef>
            </a:pPr>
            <a:endParaRPr lang="en-US" sz="1100"/>
          </a:p>
          <a:p>
            <a:pPr marL="285750" indent="-285750">
              <a:spcBef>
                <a:spcPts val="1000"/>
              </a:spcBef>
              <a:buFont typeface="Wingdings"/>
              <a:buChar char="q"/>
            </a:pPr>
            <a:endParaRPr lang="en-US" sz="1600"/>
          </a:p>
          <a:p>
            <a:pPr marL="285750" indent="-285750">
              <a:spcBef>
                <a:spcPts val="1000"/>
              </a:spcBef>
              <a:buFont typeface="Wingdings"/>
              <a:buChar char="q"/>
            </a:pPr>
            <a:endParaRPr lang="en-US"/>
          </a:p>
          <a:p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82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D10092-A860-4EFB-963F-A14DA3648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493E6-1E88-1614-5ABF-8B2E87C4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Pair plot : all Main relationship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B300E-92E9-B15B-11DE-BB790CFEB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286" y="2196824"/>
            <a:ext cx="7225075" cy="36783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Each small panel compares two variables</a:t>
            </a:r>
          </a:p>
          <a:p>
            <a:r>
              <a:rPr lang="en-US" sz="2000"/>
              <a:t>Temperature vs Zone 1 power shows an upward trend</a:t>
            </a:r>
          </a:p>
          <a:p>
            <a:r>
              <a:rPr lang="en-US" sz="2000"/>
              <a:t>Humidity vs Zone 1 power shows downward trend</a:t>
            </a:r>
          </a:p>
          <a:p>
            <a:r>
              <a:rPr lang="en-US" sz="2000"/>
              <a:t>Wind speed shows two distinct vertical bands</a:t>
            </a:r>
          </a:p>
          <a:p>
            <a:r>
              <a:rPr lang="en-US" sz="2000"/>
              <a:t>Temperature and Humidity are negatively related.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28B4CA1F-3832-816D-07B6-47429414CF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-1" b="13473"/>
          <a:stretch>
            <a:fillRect/>
          </a:stretch>
        </p:blipFill>
        <p:spPr>
          <a:xfrm>
            <a:off x="6629399" y="1891454"/>
            <a:ext cx="5116067" cy="465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4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C54D-1462-A1A2-BC5A-67638BB23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Model Building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AA20A8-598A-C261-4FB0-1D2D2213C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8003" y="2091685"/>
            <a:ext cx="3565861" cy="714676"/>
          </a:xfrm>
        </p:spPr>
        <p:txBody>
          <a:bodyPr/>
          <a:lstStyle/>
          <a:p>
            <a:r>
              <a:rPr lang="en-US"/>
              <a:t>Multiple Linear Regression	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A9C4917-856E-1C7B-96E2-17BC01DC2FA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1295" y="2806361"/>
            <a:ext cx="3141879" cy="284729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Interpretable baseline model using linear relationships and coefficients.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Predictors : Temperature, Humidity, Wind, Speed, general diffuse flows, diffuse flows	</a:t>
            </a:r>
          </a:p>
          <a:p>
            <a:endParaRPr lang="en-US" sz="18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362450-3CA7-CD3B-903E-B51ED6F46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12721" y="1872761"/>
            <a:ext cx="3147009" cy="576262"/>
          </a:xfrm>
        </p:spPr>
        <p:txBody>
          <a:bodyPr/>
          <a:lstStyle/>
          <a:p>
            <a:r>
              <a:rPr lang="en-US"/>
              <a:t>LASSO Regression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3807A8-A52A-2D6B-5BE5-73316A043B2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08292" y="2806361"/>
            <a:ext cx="3147009" cy="284729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Regularized regression that can shrink weak coefficients and help with variable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Tuning : lambda selected using cross - validation</a:t>
            </a:r>
          </a:p>
          <a:p>
            <a:endParaRPr lang="en-US" sz="18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81A0B-C148-D4C5-9EE6-BA07C4AAD2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9730" y="1917080"/>
            <a:ext cx="3145731" cy="57626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Decision Tree Regression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1D892B-3544-1757-837A-F4A98FDFAFF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95169" y="2806361"/>
            <a:ext cx="3145536" cy="284729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Nonlinear if-then model that splits data into groups and predicts average power in each leaf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Tuning : complexity parameter cp and pruning.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495C31-C114-0A76-7110-22696ADB89A1}"/>
              </a:ext>
            </a:extLst>
          </p:cNvPr>
          <p:cNvSpPr/>
          <p:nvPr/>
        </p:nvSpPr>
        <p:spPr>
          <a:xfrm>
            <a:off x="326570" y="5451531"/>
            <a:ext cx="11413673" cy="8656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Evaluation step : </a:t>
            </a:r>
            <a:r>
              <a:rPr lang="en-US" sz="2000">
                <a:solidFill>
                  <a:schemeClr val="tx1"/>
                </a:solidFill>
              </a:rPr>
              <a:t>80% training data, 20% test data. All models used the same split and were compared using RMSE. </a:t>
            </a:r>
          </a:p>
        </p:txBody>
      </p:sp>
    </p:spTree>
    <p:extLst>
      <p:ext uri="{BB962C8B-B14F-4D97-AF65-F5344CB8AC3E}">
        <p14:creationId xmlns:p14="http://schemas.microsoft.com/office/powerpoint/2010/main" val="399338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781F-60D1-26BC-3A58-443BDA47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973668"/>
            <a:ext cx="9936479" cy="706964"/>
          </a:xfrm>
        </p:spPr>
        <p:txBody>
          <a:bodyPr/>
          <a:lstStyle/>
          <a:p>
            <a:r>
              <a:rPr lang="en-US"/>
              <a:t>Multiple Linear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6597A-6488-2597-7F70-0532180DD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573" y="1927888"/>
            <a:ext cx="4825157" cy="576262"/>
          </a:xfrm>
        </p:spPr>
        <p:txBody>
          <a:bodyPr/>
          <a:lstStyle/>
          <a:p>
            <a:r>
              <a:rPr lang="en-US"/>
              <a:t>Model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A9293-C8D8-894B-A741-AF6B8D443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9571" y="2474574"/>
            <a:ext cx="4332430" cy="3132926"/>
          </a:xfrm>
        </p:spPr>
        <p:txBody>
          <a:bodyPr>
            <a:noAutofit/>
          </a:bodyPr>
          <a:lstStyle/>
          <a:p>
            <a:r>
              <a:rPr lang="en-US"/>
              <a:t>R² = 0.206</a:t>
            </a:r>
          </a:p>
          <a:p>
            <a:r>
              <a:rPr lang="en-US"/>
              <a:t>Test RMSE = 6305.16</a:t>
            </a:r>
          </a:p>
          <a:p>
            <a:r>
              <a:rPr lang="en-US"/>
              <a:t>All predictors except Diffuse flows were statistically significant (p &lt; 0.001)</a:t>
            </a:r>
          </a:p>
          <a:p>
            <a:r>
              <a:rPr lang="en-US"/>
              <a:t>Model explains about 20.6% of variation in Zone 1 power.</a:t>
            </a:r>
          </a:p>
          <a:p>
            <a:r>
              <a:rPr lang="en-US"/>
              <a:t>Thus, temperature had largest positive effect, so it is strongest predictor in linear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F7C5A-CA5D-48CD-4CE2-B61D7AA7B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9571" y="5577924"/>
            <a:ext cx="4825159" cy="576262"/>
          </a:xfrm>
        </p:spPr>
        <p:txBody>
          <a:bodyPr/>
          <a:lstStyle/>
          <a:p>
            <a:r>
              <a:rPr lang="en-US" sz="1800"/>
              <a:t>Model Equation (Linear Regression)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110F0-EF15-7319-2E35-7117BA4380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9571" y="6224144"/>
            <a:ext cx="11283349" cy="5762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/>
              <a:t>Zone 1 Power=</a:t>
            </a:r>
            <a:r>
              <a:rPr lang="el-GR"/>
              <a:t>β0​+β1​(</a:t>
            </a:r>
            <a:r>
              <a:rPr lang="en-US"/>
              <a:t>Temperature)+</a:t>
            </a:r>
            <a:r>
              <a:rPr lang="el-GR"/>
              <a:t>β2​(</a:t>
            </a:r>
            <a:r>
              <a:rPr lang="en-US"/>
              <a:t>Humidity)+</a:t>
            </a:r>
            <a:r>
              <a:rPr lang="el-GR"/>
              <a:t>β3​(</a:t>
            </a:r>
            <a:r>
              <a:rPr lang="en-US"/>
              <a:t>Wind Speed)+</a:t>
            </a:r>
            <a:r>
              <a:rPr lang="el-GR"/>
              <a:t>β4​(</a:t>
            </a:r>
            <a:r>
              <a:rPr lang="en-US"/>
              <a:t>General Diffuse Flows)+</a:t>
            </a:r>
            <a:r>
              <a:rPr lang="el-GR"/>
              <a:t>β5​(</a:t>
            </a:r>
            <a:r>
              <a:rPr lang="en-US"/>
              <a:t>Diffuse Flows)+</a:t>
            </a:r>
            <a:r>
              <a:rPr lang="el-GR"/>
              <a:t>ε</a:t>
            </a:r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D2D0D4A-AA12-1238-863B-88203EE0F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386425"/>
              </p:ext>
            </p:extLst>
          </p:nvPr>
        </p:nvGraphicFramePr>
        <p:xfrm>
          <a:off x="4717713" y="2551737"/>
          <a:ext cx="715222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074">
                  <a:extLst>
                    <a:ext uri="{9D8B030D-6E8A-4147-A177-3AD203B41FA5}">
                      <a16:colId xmlns:a16="http://schemas.microsoft.com/office/drawing/2014/main" val="2118212119"/>
                    </a:ext>
                  </a:extLst>
                </a:gridCol>
                <a:gridCol w="2384074">
                  <a:extLst>
                    <a:ext uri="{9D8B030D-6E8A-4147-A177-3AD203B41FA5}">
                      <a16:colId xmlns:a16="http://schemas.microsoft.com/office/drawing/2014/main" val="702440344"/>
                    </a:ext>
                  </a:extLst>
                </a:gridCol>
                <a:gridCol w="2384074">
                  <a:extLst>
                    <a:ext uri="{9D8B030D-6E8A-4147-A177-3AD203B41FA5}">
                      <a16:colId xmlns:a16="http://schemas.microsoft.com/office/drawing/2014/main" val="1375740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30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535.70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Strongest +</a:t>
                      </a:r>
                      <a:r>
                        <a:rPr lang="en-US" err="1"/>
                        <a:t>ve</a:t>
                      </a:r>
                      <a:r>
                        <a:rPr lang="en-US"/>
                        <a:t> 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866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Humidity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-55.70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 –</a:t>
                      </a:r>
                      <a:r>
                        <a:rPr lang="en-US" err="1"/>
                        <a:t>ve</a:t>
                      </a:r>
                      <a:r>
                        <a:rPr lang="en-US"/>
                        <a:t> 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387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Wind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-153.57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Small –</a:t>
                      </a:r>
                      <a:r>
                        <a:rPr lang="en-US" err="1"/>
                        <a:t>ve</a:t>
                      </a:r>
                      <a:r>
                        <a:rPr lang="en-US"/>
                        <a:t> 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29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General Diffuse 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Very small –</a:t>
                      </a:r>
                      <a:r>
                        <a:rPr lang="en-US" err="1"/>
                        <a:t>ve</a:t>
                      </a:r>
                      <a:r>
                        <a:rPr lang="en-US"/>
                        <a:t> 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03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Diffuse 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significant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356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67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DF1C1-6892-25C5-7085-E91957F42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/>
              <a:t>LASSO Regression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77882-E20A-D806-E407-32F7C3BE8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81" y="2020117"/>
            <a:ext cx="3409782" cy="37468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Key Findings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Best Lambda selected : 7.4028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Kept all five predictors, meaning none were shrunk completely to zero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Temperature remained the strongest predictor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Test RMSE = 6305.17 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It performed nearly the same as Multiple Linear Regression while helping reduce overfitting</a:t>
            </a:r>
          </a:p>
          <a:p>
            <a:pPr marL="324000" lvl="1" indent="0">
              <a:buNone/>
            </a:pPr>
            <a:endParaRPr lang="en-US">
              <a:solidFill>
                <a:schemeClr val="bg1"/>
              </a:solidFill>
            </a:endParaRPr>
          </a:p>
          <a:p>
            <a:pPr lvl="1"/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The image depicts a scatter plot or line graph comparing the mean-squared error (MSE) of a model against the number of variables (LASSQ) for different years, showing a trend of decreasing error as the number of variables increases.&#10;&#10;AI-generated content may be incorrect.">
            <a:extLst>
              <a:ext uri="{FF2B5EF4-FFF2-40B4-BE49-F238E27FC236}">
                <a16:creationId xmlns:a16="http://schemas.microsoft.com/office/drawing/2014/main" id="{F8B1B96C-671F-E240-DDB5-C1498A3A9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343" y="702156"/>
            <a:ext cx="7178402" cy="506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84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8E95A-EFC2-D9E2-2C98-1217B6AC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Tree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F5796-C567-9003-B96D-4EA21B16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2409" y="5647473"/>
            <a:ext cx="3509634" cy="576262"/>
          </a:xfrm>
        </p:spPr>
        <p:txBody>
          <a:bodyPr/>
          <a:lstStyle/>
          <a:p>
            <a:r>
              <a:rPr lang="en-US"/>
              <a:t>Model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41CCB-B681-FDEB-52AE-E1BF70B39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72409" y="6170019"/>
            <a:ext cx="4825159" cy="576263"/>
          </a:xfrm>
        </p:spPr>
        <p:txBody>
          <a:bodyPr/>
          <a:lstStyle/>
          <a:p>
            <a:r>
              <a:rPr lang="en-US"/>
              <a:t>Total RMSE : 6325.27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EB30A-CD1C-52BB-C755-26E2FD05C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2754" y="2172546"/>
            <a:ext cx="4825159" cy="576262"/>
          </a:xfrm>
        </p:spPr>
        <p:txBody>
          <a:bodyPr/>
          <a:lstStyle/>
          <a:p>
            <a:r>
              <a:rPr lang="en-US"/>
              <a:t>Key Findings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AA72D-0EF0-5D4D-D66C-62B70B423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2753" y="2843897"/>
            <a:ext cx="4825159" cy="2840039"/>
          </a:xfrm>
        </p:spPr>
        <p:txBody>
          <a:bodyPr/>
          <a:lstStyle/>
          <a:p>
            <a:r>
              <a:rPr lang="en-US"/>
              <a:t>Tree mainly used Temperature and Humidity for splits</a:t>
            </a:r>
          </a:p>
          <a:p>
            <a:r>
              <a:rPr lang="en-US"/>
              <a:t>Other variables(Wind speed, diffuse flows) were not important</a:t>
            </a:r>
          </a:p>
          <a:p>
            <a:r>
              <a:rPr lang="en-US"/>
              <a:t>Captures nonlinear relationships in the data</a:t>
            </a:r>
          </a:p>
          <a:p>
            <a:r>
              <a:rPr lang="en-US"/>
              <a:t>Produces simple if-then decision rules for prediction</a:t>
            </a:r>
          </a:p>
        </p:txBody>
      </p:sp>
      <p:pic>
        <p:nvPicPr>
          <p:cNvPr id="8" name="Picture 7" descr="The diagram is a decision tree illustrating various thresholds for temperature and humidity, with different power consumption values associated with different combinations of these environmental factors.&#10;&#10;AI-generated content may be incorrect.">
            <a:extLst>
              <a:ext uri="{FF2B5EF4-FFF2-40B4-BE49-F238E27FC236}">
                <a16:creationId xmlns:a16="http://schemas.microsoft.com/office/drawing/2014/main" id="{14DE051F-E110-3DB3-F4AF-CC00BDC0A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259" y="2385830"/>
            <a:ext cx="4480948" cy="32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49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B163-23A8-781A-9F5D-860B7C16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37" y="745527"/>
            <a:ext cx="8825659" cy="706964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Conclusion &amp; Recommendation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52072-308F-94C1-3740-71102E5A6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0366" y="3122195"/>
            <a:ext cx="3141879" cy="576262"/>
          </a:xfrm>
        </p:spPr>
        <p:txBody>
          <a:bodyPr/>
          <a:lstStyle/>
          <a:p>
            <a:r>
              <a:rPr lang="en-US"/>
              <a:t>Best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295F1-55AD-058E-7643-73396D04FC38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780365" y="3764483"/>
            <a:ext cx="3141879" cy="922867"/>
          </a:xfrm>
          <a:ln>
            <a:solidFill>
              <a:schemeClr val="accent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1600"/>
              <a:t>Multiple Linear Regression had the lowest RMSE and its interpretable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2D815-1B63-6B3F-1D91-29A397058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7020" y="3124426"/>
            <a:ext cx="3147009" cy="576262"/>
          </a:xfrm>
        </p:spPr>
        <p:txBody>
          <a:bodyPr/>
          <a:lstStyle/>
          <a:p>
            <a:r>
              <a:rPr lang="en-US"/>
              <a:t>Best Predictor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6199CB-CF50-E627-9A00-A7A9027216A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627020" y="3764485"/>
            <a:ext cx="3147009" cy="922865"/>
          </a:xfrm>
          <a:ln>
            <a:solidFill>
              <a:schemeClr val="accent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1600"/>
              <a:t>Temperature had the clearest EDA pattern and strongest model effect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3A0D80-D3D4-9240-4F45-34EEDA2E1A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65903" y="3122195"/>
            <a:ext cx="3145731" cy="576262"/>
          </a:xfrm>
        </p:spPr>
        <p:txBody>
          <a:bodyPr/>
          <a:lstStyle/>
          <a:p>
            <a:r>
              <a:rPr lang="en-US"/>
              <a:t>Model Limitation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0AE6FD-39AF-5919-0C28-A99036D8BE9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266098" y="3764483"/>
            <a:ext cx="3145536" cy="922865"/>
          </a:xfrm>
          <a:ln>
            <a:solidFill>
              <a:schemeClr val="accent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1"/>
                </a:solidFill>
              </a:rPr>
              <a:t>R² around 0.206 means weather explains part of power use, but not all of it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F327FE6-3192-A5D2-C1F7-C518A9D9F54B}"/>
              </a:ext>
            </a:extLst>
          </p:cNvPr>
          <p:cNvSpPr txBox="1">
            <a:spLocks/>
          </p:cNvSpPr>
          <p:nvPr/>
        </p:nvSpPr>
        <p:spPr>
          <a:xfrm>
            <a:off x="489938" y="5621910"/>
            <a:ext cx="10129581" cy="9228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</a:rPr>
              <a:t>Add Hour, Month and Day of week into the models; test interactions like Temperature X Humidity; try Random Forest or boosting; compare Zone 1, Zone 2 and Zone 3 separately.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869686C-34E2-8C66-D75C-92351EC70BA9}"/>
              </a:ext>
            </a:extLst>
          </p:cNvPr>
          <p:cNvSpPr txBox="1">
            <a:spLocks/>
          </p:cNvSpPr>
          <p:nvPr/>
        </p:nvSpPr>
        <p:spPr>
          <a:xfrm>
            <a:off x="489937" y="2375165"/>
            <a:ext cx="10129582" cy="7183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</a:rPr>
              <a:t>Temperature is the strongest predictor of Zone 1 power consumption. Humidity is a moderate predictor and wind speed is the weakest main weather predictor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A9BD718-5182-79B4-C09E-C3E3A073C8EE}"/>
              </a:ext>
            </a:extLst>
          </p:cNvPr>
          <p:cNvSpPr txBox="1">
            <a:spLocks/>
          </p:cNvSpPr>
          <p:nvPr/>
        </p:nvSpPr>
        <p:spPr>
          <a:xfrm>
            <a:off x="489937" y="1597006"/>
            <a:ext cx="4881375" cy="5762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400" b="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Answer to Research Question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719133-ABCF-5DD2-8CFC-DD132D4731E3}"/>
              </a:ext>
            </a:extLst>
          </p:cNvPr>
          <p:cNvSpPr txBox="1">
            <a:spLocks/>
          </p:cNvSpPr>
          <p:nvPr/>
        </p:nvSpPr>
        <p:spPr>
          <a:xfrm>
            <a:off x="489937" y="4946896"/>
            <a:ext cx="3722738" cy="5762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400" b="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Possible Improvements</a:t>
            </a:r>
          </a:p>
        </p:txBody>
      </p:sp>
    </p:spTree>
    <p:extLst>
      <p:ext uri="{BB962C8B-B14F-4D97-AF65-F5344CB8AC3E}">
        <p14:creationId xmlns:p14="http://schemas.microsoft.com/office/powerpoint/2010/main" val="1358158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86B4717-D586-7050-4521-49BC9927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Future Works</a:t>
            </a:r>
          </a:p>
        </p:txBody>
      </p:sp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DBDE32C2-F819-41B5-44FD-78CBE29494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599712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9648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0A8BD-2476-FC06-FB0A-2D130C9CF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1143" y="1005839"/>
            <a:ext cx="6939304" cy="4805025"/>
          </a:xfrm>
        </p:spPr>
        <p:txBody>
          <a:bodyPr anchor="ctr">
            <a:normAutofit/>
          </a:bodyPr>
          <a:lstStyle/>
          <a:p>
            <a:r>
              <a:rPr lang="en-US" sz="6000">
                <a:solidFill>
                  <a:schemeClr val="tx2"/>
                </a:solidFill>
              </a:rPr>
              <a:t>Thank you for listening to us 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1F4B6-DE14-548E-EB5E-1DEBF3621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267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1662893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0</TotalTime>
  <Words>1082</Words>
  <Application>Microsoft Office PowerPoint</Application>
  <PresentationFormat>Widescreen</PresentationFormat>
  <Paragraphs>166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Century Gothic</vt:lpstr>
      <vt:lpstr>Gill Sans MT</vt:lpstr>
      <vt:lpstr>Wingdings</vt:lpstr>
      <vt:lpstr>Wingdings 2</vt:lpstr>
      <vt:lpstr>Dividend</vt:lpstr>
      <vt:lpstr>Tetouan City  Power Consumption</vt:lpstr>
      <vt:lpstr>Introduction and Motivation</vt:lpstr>
      <vt:lpstr>Research Question</vt:lpstr>
      <vt:lpstr>Project Overview</vt:lpstr>
      <vt:lpstr>Data Cleaning</vt:lpstr>
      <vt:lpstr>EDA – Variable Distributions</vt:lpstr>
      <vt:lpstr>Predictor Relationships with Zone 1 Power</vt:lpstr>
      <vt:lpstr>Correlation &amp; Key Findings</vt:lpstr>
      <vt:lpstr>Pair plot : all Main relationship</vt:lpstr>
      <vt:lpstr>Model Building</vt:lpstr>
      <vt:lpstr>Multiple Linear Regression</vt:lpstr>
      <vt:lpstr>LASSO Regression Result</vt:lpstr>
      <vt:lpstr>Decision Tree Results</vt:lpstr>
      <vt:lpstr>Conclusion &amp; Recommendation</vt:lpstr>
      <vt:lpstr>Future Works</vt:lpstr>
      <vt:lpstr>Thank you for listening to us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Patel, Mahi</dc:creator>
  <cp:lastModifiedBy>Patel, Mahi</cp:lastModifiedBy>
  <cp:revision>1</cp:revision>
  <dcterms:created xsi:type="dcterms:W3CDTF">2026-04-27T14:25:47Z</dcterms:created>
  <dcterms:modified xsi:type="dcterms:W3CDTF">2026-05-01T14:35:05Z</dcterms:modified>
</cp:coreProperties>
</file>